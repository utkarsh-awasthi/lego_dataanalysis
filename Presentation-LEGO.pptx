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5" r:id="rId1"/>
  </p:sldMasterIdLst>
  <p:notesMasterIdLst>
    <p:notesMasterId r:id="rId34"/>
  </p:notesMasterIdLst>
  <p:sldIdLst>
    <p:sldId id="256" r:id="rId2"/>
    <p:sldId id="262" r:id="rId3"/>
    <p:sldId id="276" r:id="rId4"/>
    <p:sldId id="263" r:id="rId5"/>
    <p:sldId id="290" r:id="rId6"/>
    <p:sldId id="298" r:id="rId7"/>
    <p:sldId id="291" r:id="rId8"/>
    <p:sldId id="292" r:id="rId9"/>
    <p:sldId id="293" r:id="rId10"/>
    <p:sldId id="294" r:id="rId11"/>
    <p:sldId id="296" r:id="rId12"/>
    <p:sldId id="260" r:id="rId13"/>
    <p:sldId id="274" r:id="rId14"/>
    <p:sldId id="268" r:id="rId15"/>
    <p:sldId id="264" r:id="rId16"/>
    <p:sldId id="273" r:id="rId17"/>
    <p:sldId id="272" r:id="rId18"/>
    <p:sldId id="269" r:id="rId19"/>
    <p:sldId id="299" r:id="rId20"/>
    <p:sldId id="278" r:id="rId21"/>
    <p:sldId id="279" r:id="rId22"/>
    <p:sldId id="300" r:id="rId23"/>
    <p:sldId id="281" r:id="rId24"/>
    <p:sldId id="282" r:id="rId25"/>
    <p:sldId id="283" r:id="rId26"/>
    <p:sldId id="284" r:id="rId27"/>
    <p:sldId id="287" r:id="rId28"/>
    <p:sldId id="302" r:id="rId29"/>
    <p:sldId id="303" r:id="rId30"/>
    <p:sldId id="288" r:id="rId31"/>
    <p:sldId id="301" r:id="rId32"/>
    <p:sldId id="275"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D0D6"/>
    <a:srgbClr val="5AC7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99ACA0-2C1A-F19F-5315-3926495629FA}" v="115" dt="2025-12-17T11:30:42.947"/>
    <p1510:client id="{03D3713B-C690-2D43-A32C-1DE90BF5923F}" v="6729" dt="2025-12-16T21:36:44.503"/>
    <p1510:client id="{1A75DE08-7E6C-6D51-7CB0-1B8434C2A295}" v="29" dt="2025-12-16T03:30:14.126"/>
    <p1510:client id="{1F597266-EE88-D72A-E0BF-AC9BDFF7758A}" v="8" dt="2025-12-16T17:56:52.200"/>
    <p1510:client id="{295D486E-A071-4DC7-0BB4-0A0F9C9122CE}" v="50" dt="2025-12-16T18:56:50.004"/>
    <p1510:client id="{312A8FC8-2272-A44F-F389-8CC5D959CD2D}" v="5" dt="2025-12-17T10:37:01.754"/>
    <p1510:client id="{3C8FE989-54D1-AFC1-3487-16E884257F63}" v="324" dt="2025-12-16T03:18:52.294"/>
    <p1510:client id="{408E1859-8ED7-06FF-872C-B753B65CCD9E}" v="425" dt="2025-12-16T17:52:51.638"/>
    <p1510:client id="{4A7A39CE-A169-142B-4874-642977F94DB5}" v="891" dt="2025-12-16T21:08:47.897"/>
    <p1510:client id="{67DF82BD-E825-C4B3-A640-3BCFDA98B5B8}" v="17" dt="2025-12-16T18:45:59.378"/>
    <p1510:client id="{76DF0C0A-6B3D-DA4E-9003-4B256D08F0A6}" v="164" dt="2025-12-16T02:20:35.878"/>
    <p1510:client id="{82C8FD98-769A-91DE-388F-AD6650AA0E7A}" v="41" dt="2025-12-16T14:07:29.479"/>
    <p1510:client id="{8A779423-CA74-434F-DE59-8A33C0ACF305}" v="223" dt="2025-12-16T14:02:47.667"/>
    <p1510:client id="{90448E94-5A77-D212-1924-E871B38D0620}" v="485" dt="2025-12-17T11:34:14.254"/>
    <p1510:client id="{9EB8A5E1-C790-CA7A-C2A7-FCD7B7914B9D}" v="12" dt="2025-12-16T19:56:50.881"/>
    <p1510:client id="{9FF2B02E-0252-8EF9-687C-61D17F0D1F9D}" v="86" dt="2025-12-16T14:15:32.291"/>
    <p1510:client id="{A41E642F-9525-D1EE-D22E-F22516FA435B}" v="87" dt="2025-12-16T20:18:14.880"/>
    <p1510:client id="{B211C005-AE84-2D19-4685-50E1A5249552}" v="4011" dt="2025-12-17T00:20:17.236"/>
    <p1510:client id="{B9D82479-EBD7-E017-F99A-DA7C3BF5DFE9}" v="12" dt="2025-12-16T05:14:44.159"/>
    <p1510:client id="{BD67E588-3A4F-F5A4-AC40-06B86EB7F869}" v="1193" dt="2025-12-16T06:29:01.618"/>
    <p1510:client id="{CB216812-7479-7D0B-268D-4D0255E6B3CC}" v="189" dt="2025-12-16T16:07:43.127"/>
    <p1510:client id="{DD2FD9FE-8E65-C53D-EF83-AB7C0FCB5E45}" v="2" dt="2025-12-17T11:34:20.791"/>
    <p1510:client id="{E0FEABEF-03C0-EEB3-BBFF-0EAAA91D5DD0}" v="446" dt="2025-12-16T15:05:47.567"/>
    <p1510:client id="{E10E3358-5936-8585-A5DC-B573416470CB}" v="2980" dt="2025-12-17T10:08:55.736"/>
    <p1510:client id="{F9D73949-781F-0A77-DB9A-5E48FB256DA2}" v="12" dt="2025-12-16T21:22:18.8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2"/>
  </p:normalViewPr>
  <p:slideViewPr>
    <p:cSldViewPr snapToGrid="0">
      <p:cViewPr varScale="1">
        <p:scale>
          <a:sx n="114" d="100"/>
          <a:sy n="114" d="100"/>
        </p:scale>
        <p:origin x="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drick Kendrick" userId="S::40274936@ads.qub.ac.uk::70640412-34f1-4e49-badf-c024b3963d59" providerId="AD" clId="Web-{CC384528-4B78-56AC-712B-D0AB61953E27}"/>
    <pc:docChg chg="modSld">
      <pc:chgData name="Kendrick Kendrick" userId="S::40274936@ads.qub.ac.uk::70640412-34f1-4e49-badf-c024b3963d59" providerId="AD" clId="Web-{CC384528-4B78-56AC-712B-D0AB61953E27}" dt="2025-11-29T14:54:11.190" v="0" actId="20577"/>
      <pc:docMkLst>
        <pc:docMk/>
      </pc:docMkLst>
    </pc:docChg>
  </pc:docChgLst>
  <pc:docChgLst>
    <pc:chgData name="Ciara Brown" userId="S::40295892@ads.qub.ac.uk::5376d550-e101-45d3-8d52-a15e785c6338" providerId="AD" clId="Web-{BD67E588-3A4F-F5A4-AC40-06B86EB7F869}"/>
    <pc:docChg chg="delSld modSld">
      <pc:chgData name="Ciara Brown" userId="S::40295892@ads.qub.ac.uk::5376d550-e101-45d3-8d52-a15e785c6338" providerId="AD" clId="Web-{BD67E588-3A4F-F5A4-AC40-06B86EB7F869}" dt="2025-12-16T06:29:01.618" v="980" actId="20577"/>
      <pc:docMkLst>
        <pc:docMk/>
      </pc:docMkLst>
      <pc:sldChg chg="modSp">
        <pc:chgData name="Ciara Brown" userId="S::40295892@ads.qub.ac.uk::5376d550-e101-45d3-8d52-a15e785c6338" providerId="AD" clId="Web-{BD67E588-3A4F-F5A4-AC40-06B86EB7F869}" dt="2025-12-16T06:10:51.359" v="877" actId="20577"/>
        <pc:sldMkLst>
          <pc:docMk/>
          <pc:sldMk cId="1601408118" sldId="263"/>
        </pc:sldMkLst>
        <pc:spChg chg="mod">
          <ac:chgData name="Ciara Brown" userId="S::40295892@ads.qub.ac.uk::5376d550-e101-45d3-8d52-a15e785c6338" providerId="AD" clId="Web-{BD67E588-3A4F-F5A4-AC40-06B86EB7F869}" dt="2025-12-16T06:10:51.359" v="877" actId="20577"/>
          <ac:spMkLst>
            <pc:docMk/>
            <pc:sldMk cId="1601408118" sldId="263"/>
            <ac:spMk id="6" creationId="{9BC6AC25-7507-0399-DF75-175966A890EC}"/>
          </ac:spMkLst>
        </pc:spChg>
      </pc:sldChg>
      <pc:sldChg chg="modSp">
        <pc:chgData name="Ciara Brown" userId="S::40295892@ads.qub.ac.uk::5376d550-e101-45d3-8d52-a15e785c6338" providerId="AD" clId="Web-{BD67E588-3A4F-F5A4-AC40-06B86EB7F869}" dt="2025-12-16T04:24:39.374" v="233" actId="20577"/>
        <pc:sldMkLst>
          <pc:docMk/>
          <pc:sldMk cId="2155691582" sldId="290"/>
        </pc:sldMkLst>
        <pc:spChg chg="mod">
          <ac:chgData name="Ciara Brown" userId="S::40295892@ads.qub.ac.uk::5376d550-e101-45d3-8d52-a15e785c6338" providerId="AD" clId="Web-{BD67E588-3A4F-F5A4-AC40-06B86EB7F869}" dt="2025-12-16T04:17:36.449" v="167" actId="20577"/>
          <ac:spMkLst>
            <pc:docMk/>
            <pc:sldMk cId="2155691582" sldId="290"/>
            <ac:spMk id="4" creationId="{165C1150-EB90-62FA-ADCC-01CA903395BC}"/>
          </ac:spMkLst>
        </pc:spChg>
        <pc:spChg chg="mod">
          <ac:chgData name="Ciara Brown" userId="S::40295892@ads.qub.ac.uk::5376d550-e101-45d3-8d52-a15e785c6338" providerId="AD" clId="Web-{BD67E588-3A4F-F5A4-AC40-06B86EB7F869}" dt="2025-12-16T04:24:39.374" v="233" actId="20577"/>
          <ac:spMkLst>
            <pc:docMk/>
            <pc:sldMk cId="2155691582" sldId="290"/>
            <ac:spMk id="6" creationId="{10641C10-8C33-A874-4DA2-BC6EBFF47765}"/>
          </ac:spMkLst>
        </pc:spChg>
        <pc:picChg chg="mod">
          <ac:chgData name="Ciara Brown" userId="S::40295892@ads.qub.ac.uk::5376d550-e101-45d3-8d52-a15e785c6338" providerId="AD" clId="Web-{BD67E588-3A4F-F5A4-AC40-06B86EB7F869}" dt="2025-12-16T03:57:59.617" v="108" actId="1076"/>
          <ac:picMkLst>
            <pc:docMk/>
            <pc:sldMk cId="2155691582" sldId="290"/>
            <ac:picMk id="14" creationId="{562860BA-8466-F0BF-0177-1E7DC5A960F7}"/>
          </ac:picMkLst>
        </pc:picChg>
      </pc:sldChg>
      <pc:sldChg chg="addSp modSp">
        <pc:chgData name="Ciara Brown" userId="S::40295892@ads.qub.ac.uk::5376d550-e101-45d3-8d52-a15e785c6338" providerId="AD" clId="Web-{BD67E588-3A4F-F5A4-AC40-06B86EB7F869}" dt="2025-12-16T04:30:26.364" v="255" actId="1076"/>
        <pc:sldMkLst>
          <pc:docMk/>
          <pc:sldMk cId="3291029448" sldId="291"/>
        </pc:sldMkLst>
        <pc:spChg chg="mod">
          <ac:chgData name="Ciara Brown" userId="S::40295892@ads.qub.ac.uk::5376d550-e101-45d3-8d52-a15e785c6338" providerId="AD" clId="Web-{BD67E588-3A4F-F5A4-AC40-06B86EB7F869}" dt="2025-12-16T04:30:26.364" v="255" actId="1076"/>
          <ac:spMkLst>
            <pc:docMk/>
            <pc:sldMk cId="3291029448" sldId="291"/>
            <ac:spMk id="2" creationId="{E96BEB2B-6B40-BF38-36DF-95728F27DF7C}"/>
          </ac:spMkLst>
        </pc:spChg>
        <pc:spChg chg="mod">
          <ac:chgData name="Ciara Brown" userId="S::40295892@ads.qub.ac.uk::5376d550-e101-45d3-8d52-a15e785c6338" providerId="AD" clId="Web-{BD67E588-3A4F-F5A4-AC40-06B86EB7F869}" dt="2025-12-16T04:17:17.215" v="156" actId="20577"/>
          <ac:spMkLst>
            <pc:docMk/>
            <pc:sldMk cId="3291029448" sldId="291"/>
            <ac:spMk id="3" creationId="{146CE479-2CD9-C7E9-F5F0-76F03275926B}"/>
          </ac:spMkLst>
        </pc:spChg>
        <pc:spChg chg="add mod">
          <ac:chgData name="Ciara Brown" userId="S::40295892@ads.qub.ac.uk::5376d550-e101-45d3-8d52-a15e785c6338" providerId="AD" clId="Web-{BD67E588-3A4F-F5A4-AC40-06B86EB7F869}" dt="2025-12-16T04:24:49.233" v="234" actId="20577"/>
          <ac:spMkLst>
            <pc:docMk/>
            <pc:sldMk cId="3291029448" sldId="291"/>
            <ac:spMk id="5" creationId="{0F546205-00E6-2B1A-8FDC-3DBBD478D54A}"/>
          </ac:spMkLst>
        </pc:spChg>
        <pc:picChg chg="mod">
          <ac:chgData name="Ciara Brown" userId="S::40295892@ads.qub.ac.uk::5376d550-e101-45d3-8d52-a15e785c6338" providerId="AD" clId="Web-{BD67E588-3A4F-F5A4-AC40-06B86EB7F869}" dt="2025-12-16T03:58:42.243" v="111" actId="1076"/>
          <ac:picMkLst>
            <pc:docMk/>
            <pc:sldMk cId="3291029448" sldId="291"/>
            <ac:picMk id="13" creationId="{499D707E-BA5E-DEF9-630A-9D9F49EB6BDF}"/>
          </ac:picMkLst>
        </pc:picChg>
      </pc:sldChg>
      <pc:sldChg chg="addSp delSp modSp">
        <pc:chgData name="Ciara Brown" userId="S::40295892@ads.qub.ac.uk::5376d550-e101-45d3-8d52-a15e785c6338" providerId="AD" clId="Web-{BD67E588-3A4F-F5A4-AC40-06B86EB7F869}" dt="2025-12-16T04:44:38.126" v="279" actId="20577"/>
        <pc:sldMkLst>
          <pc:docMk/>
          <pc:sldMk cId="1185623344" sldId="292"/>
        </pc:sldMkLst>
        <pc:spChg chg="mod">
          <ac:chgData name="Ciara Brown" userId="S::40295892@ads.qub.ac.uk::5376d550-e101-45d3-8d52-a15e785c6338" providerId="AD" clId="Web-{BD67E588-3A4F-F5A4-AC40-06B86EB7F869}" dt="2025-12-16T04:44:38.126" v="279" actId="20577"/>
          <ac:spMkLst>
            <pc:docMk/>
            <pc:sldMk cId="1185623344" sldId="292"/>
            <ac:spMk id="2" creationId="{BED41CF7-91D3-9F59-2A3F-6E521249731E}"/>
          </ac:spMkLst>
        </pc:spChg>
        <pc:spChg chg="add del mod">
          <ac:chgData name="Ciara Brown" userId="S::40295892@ads.qub.ac.uk::5376d550-e101-45d3-8d52-a15e785c6338" providerId="AD" clId="Web-{BD67E588-3A4F-F5A4-AC40-06B86EB7F869}" dt="2025-12-16T04:22:04.948" v="181"/>
          <ac:spMkLst>
            <pc:docMk/>
            <pc:sldMk cId="1185623344" sldId="292"/>
            <ac:spMk id="3" creationId="{7A5B255C-D2BB-C50C-F48B-84AE0093ED35}"/>
          </ac:spMkLst>
        </pc:spChg>
        <pc:spChg chg="add mod">
          <ac:chgData name="Ciara Brown" userId="S::40295892@ads.qub.ac.uk::5376d550-e101-45d3-8d52-a15e785c6338" providerId="AD" clId="Web-{BD67E588-3A4F-F5A4-AC40-06B86EB7F869}" dt="2025-12-16T04:30:44.115" v="256" actId="1076"/>
          <ac:spMkLst>
            <pc:docMk/>
            <pc:sldMk cId="1185623344" sldId="292"/>
            <ac:spMk id="5" creationId="{32654CF2-EAFB-AD06-6754-2082C01B5A07}"/>
          </ac:spMkLst>
        </pc:spChg>
        <pc:spChg chg="mod">
          <ac:chgData name="Ciara Brown" userId="S::40295892@ads.qub.ac.uk::5376d550-e101-45d3-8d52-a15e785c6338" providerId="AD" clId="Web-{BD67E588-3A4F-F5A4-AC40-06B86EB7F869}" dt="2025-12-16T04:27:55.658" v="253" actId="20577"/>
          <ac:spMkLst>
            <pc:docMk/>
            <pc:sldMk cId="1185623344" sldId="292"/>
            <ac:spMk id="13" creationId="{2F38EBF4-01B6-C83B-73B8-F23DCAF4DA11}"/>
          </ac:spMkLst>
        </pc:spChg>
        <pc:picChg chg="mod">
          <ac:chgData name="Ciara Brown" userId="S::40295892@ads.qub.ac.uk::5376d550-e101-45d3-8d52-a15e785c6338" providerId="AD" clId="Web-{BD67E588-3A4F-F5A4-AC40-06B86EB7F869}" dt="2025-12-16T04:16:42.558" v="151" actId="1076"/>
          <ac:picMkLst>
            <pc:docMk/>
            <pc:sldMk cId="1185623344" sldId="292"/>
            <ac:picMk id="9" creationId="{EEA11AAD-7305-537D-02AB-F9A32765DA55}"/>
          </ac:picMkLst>
        </pc:picChg>
      </pc:sldChg>
      <pc:sldChg chg="addSp delSp modSp">
        <pc:chgData name="Ciara Brown" userId="S::40295892@ads.qub.ac.uk::5376d550-e101-45d3-8d52-a15e785c6338" providerId="AD" clId="Web-{BD67E588-3A4F-F5A4-AC40-06B86EB7F869}" dt="2025-12-16T06:14:13.876" v="914" actId="1076"/>
        <pc:sldMkLst>
          <pc:docMk/>
          <pc:sldMk cId="3190335222" sldId="293"/>
        </pc:sldMkLst>
        <pc:spChg chg="mod">
          <ac:chgData name="Ciara Brown" userId="S::40295892@ads.qub.ac.uk::5376d550-e101-45d3-8d52-a15e785c6338" providerId="AD" clId="Web-{BD67E588-3A4F-F5A4-AC40-06B86EB7F869}" dt="2025-12-16T04:44:45.751" v="280" actId="20577"/>
          <ac:spMkLst>
            <pc:docMk/>
            <pc:sldMk cId="3190335222" sldId="293"/>
            <ac:spMk id="2" creationId="{C32DFAE7-0B89-58F3-D40F-4F9844113CA1}"/>
          </ac:spMkLst>
        </pc:spChg>
        <pc:spChg chg="add mod">
          <ac:chgData name="Ciara Brown" userId="S::40295892@ads.qub.ac.uk::5376d550-e101-45d3-8d52-a15e785c6338" providerId="AD" clId="Web-{BD67E588-3A4F-F5A4-AC40-06B86EB7F869}" dt="2025-12-16T06:14:04.907" v="913" actId="14100"/>
          <ac:spMkLst>
            <pc:docMk/>
            <pc:sldMk cId="3190335222" sldId="293"/>
            <ac:spMk id="4" creationId="{E8EFF5E5-4FD8-ACBF-0F3B-9F769926E3F8}"/>
          </ac:spMkLst>
        </pc:spChg>
        <pc:spChg chg="add del mod">
          <ac:chgData name="Ciara Brown" userId="S::40295892@ads.qub.ac.uk::5376d550-e101-45d3-8d52-a15e785c6338" providerId="AD" clId="Web-{BD67E588-3A4F-F5A4-AC40-06B86EB7F869}" dt="2025-12-16T04:48:17.816" v="384"/>
          <ac:spMkLst>
            <pc:docMk/>
            <pc:sldMk cId="3190335222" sldId="293"/>
            <ac:spMk id="7" creationId="{215BBF63-4C7F-CF33-1BBC-DB4C0F2A4C07}"/>
          </ac:spMkLst>
        </pc:spChg>
        <pc:spChg chg="add mod">
          <ac:chgData name="Ciara Brown" userId="S::40295892@ads.qub.ac.uk::5376d550-e101-45d3-8d52-a15e785c6338" providerId="AD" clId="Web-{BD67E588-3A4F-F5A4-AC40-06B86EB7F869}" dt="2025-12-16T06:14:13.876" v="914" actId="1076"/>
          <ac:spMkLst>
            <pc:docMk/>
            <pc:sldMk cId="3190335222" sldId="293"/>
            <ac:spMk id="8" creationId="{9008FE35-6590-C3C5-8364-ECD33C2355C6}"/>
          </ac:spMkLst>
        </pc:spChg>
        <pc:spChg chg="add mod">
          <ac:chgData name="Ciara Brown" userId="S::40295892@ads.qub.ac.uk::5376d550-e101-45d3-8d52-a15e785c6338" providerId="AD" clId="Web-{BD67E588-3A4F-F5A4-AC40-06B86EB7F869}" dt="2025-12-16T04:54:34.849" v="433" actId="20577"/>
          <ac:spMkLst>
            <pc:docMk/>
            <pc:sldMk cId="3190335222" sldId="293"/>
            <ac:spMk id="9" creationId="{D21784C3-CBE9-91EF-B81F-46FAE53F0944}"/>
          </ac:spMkLst>
        </pc:spChg>
        <pc:spChg chg="add mod">
          <ac:chgData name="Ciara Brown" userId="S::40295892@ads.qub.ac.uk::5376d550-e101-45d3-8d52-a15e785c6338" providerId="AD" clId="Web-{BD67E588-3A4F-F5A4-AC40-06B86EB7F869}" dt="2025-12-16T05:49:56.815" v="775" actId="1076"/>
          <ac:spMkLst>
            <pc:docMk/>
            <pc:sldMk cId="3190335222" sldId="293"/>
            <ac:spMk id="11" creationId="{8245DE29-38E0-627D-E7D2-8FE22C76B456}"/>
          </ac:spMkLst>
        </pc:spChg>
        <pc:picChg chg="mod">
          <ac:chgData name="Ciara Brown" userId="S::40295892@ads.qub.ac.uk::5376d550-e101-45d3-8d52-a15e785c6338" providerId="AD" clId="Web-{BD67E588-3A4F-F5A4-AC40-06B86EB7F869}" dt="2025-12-16T05:49:39.597" v="771" actId="1076"/>
          <ac:picMkLst>
            <pc:docMk/>
            <pc:sldMk cId="3190335222" sldId="293"/>
            <ac:picMk id="5" creationId="{A9BD7F63-9F64-90FC-A775-617B3DA82069}"/>
          </ac:picMkLst>
        </pc:picChg>
      </pc:sldChg>
      <pc:sldChg chg="addSp delSp modSp">
        <pc:chgData name="Ciara Brown" userId="S::40295892@ads.qub.ac.uk::5376d550-e101-45d3-8d52-a15e785c6338" providerId="AD" clId="Web-{BD67E588-3A4F-F5A4-AC40-06B86EB7F869}" dt="2025-12-16T06:10:27.391" v="876" actId="20577"/>
        <pc:sldMkLst>
          <pc:docMk/>
          <pc:sldMk cId="168234735" sldId="294"/>
        </pc:sldMkLst>
        <pc:spChg chg="mod">
          <ac:chgData name="Ciara Brown" userId="S::40295892@ads.qub.ac.uk::5376d550-e101-45d3-8d52-a15e785c6338" providerId="AD" clId="Web-{BD67E588-3A4F-F5A4-AC40-06B86EB7F869}" dt="2025-12-16T05:23:53.351" v="573" actId="1076"/>
          <ac:spMkLst>
            <pc:docMk/>
            <pc:sldMk cId="168234735" sldId="294"/>
            <ac:spMk id="2" creationId="{7ED9D3EA-7F3A-4404-99BB-3762FD8235EF}"/>
          </ac:spMkLst>
        </pc:spChg>
        <pc:spChg chg="add del mod">
          <ac:chgData name="Ciara Brown" userId="S::40295892@ads.qub.ac.uk::5376d550-e101-45d3-8d52-a15e785c6338" providerId="AD" clId="Web-{BD67E588-3A4F-F5A4-AC40-06B86EB7F869}" dt="2025-12-16T05:22:45.398" v="555"/>
          <ac:spMkLst>
            <pc:docMk/>
            <pc:sldMk cId="168234735" sldId="294"/>
            <ac:spMk id="4" creationId="{262AC4BB-6BB9-DFD1-4266-E7E11384DCA2}"/>
          </ac:spMkLst>
        </pc:spChg>
        <pc:spChg chg="add mod">
          <ac:chgData name="Ciara Brown" userId="S::40295892@ads.qub.ac.uk::5376d550-e101-45d3-8d52-a15e785c6338" providerId="AD" clId="Web-{BD67E588-3A4F-F5A4-AC40-06B86EB7F869}" dt="2025-12-16T06:10:27.391" v="876" actId="20577"/>
          <ac:spMkLst>
            <pc:docMk/>
            <pc:sldMk cId="168234735" sldId="294"/>
            <ac:spMk id="7" creationId="{DF90A120-BF69-B80A-11D1-D1192B3E5365}"/>
          </ac:spMkLst>
        </pc:spChg>
        <pc:spChg chg="add mod">
          <ac:chgData name="Ciara Brown" userId="S::40295892@ads.qub.ac.uk::5376d550-e101-45d3-8d52-a15e785c6338" providerId="AD" clId="Web-{BD67E588-3A4F-F5A4-AC40-06B86EB7F869}" dt="2025-12-16T05:56:21.708" v="855" actId="20577"/>
          <ac:spMkLst>
            <pc:docMk/>
            <pc:sldMk cId="168234735" sldId="294"/>
            <ac:spMk id="9" creationId="{01C9EDF7-509F-E3FE-A456-39BBF097EEC7}"/>
          </ac:spMkLst>
        </pc:spChg>
        <pc:spChg chg="del mod">
          <ac:chgData name="Ciara Brown" userId="S::40295892@ads.qub.ac.uk::5376d550-e101-45d3-8d52-a15e785c6338" providerId="AD" clId="Web-{BD67E588-3A4F-F5A4-AC40-06B86EB7F869}" dt="2025-12-16T05:22:35.507" v="554"/>
          <ac:spMkLst>
            <pc:docMk/>
            <pc:sldMk cId="168234735" sldId="294"/>
            <ac:spMk id="24" creationId="{9E4DAD14-8AF5-2704-E179-F79402AAEB89}"/>
          </ac:spMkLst>
        </pc:spChg>
      </pc:sldChg>
      <pc:sldChg chg="del">
        <pc:chgData name="Ciara Brown" userId="S::40295892@ads.qub.ac.uk::5376d550-e101-45d3-8d52-a15e785c6338" providerId="AD" clId="Web-{BD67E588-3A4F-F5A4-AC40-06B86EB7F869}" dt="2025-12-16T05:33:13.040" v="642"/>
        <pc:sldMkLst>
          <pc:docMk/>
          <pc:sldMk cId="3567481838" sldId="295"/>
        </pc:sldMkLst>
      </pc:sldChg>
      <pc:sldChg chg="addSp modSp">
        <pc:chgData name="Ciara Brown" userId="S::40295892@ads.qub.ac.uk::5376d550-e101-45d3-8d52-a15e785c6338" providerId="AD" clId="Web-{BD67E588-3A4F-F5A4-AC40-06B86EB7F869}" dt="2025-12-16T06:29:01.618" v="980" actId="20577"/>
        <pc:sldMkLst>
          <pc:docMk/>
          <pc:sldMk cId="1290441449" sldId="296"/>
        </pc:sldMkLst>
        <pc:spChg chg="mod">
          <ac:chgData name="Ciara Brown" userId="S::40295892@ads.qub.ac.uk::5376d550-e101-45d3-8d52-a15e785c6338" providerId="AD" clId="Web-{BD67E588-3A4F-F5A4-AC40-06B86EB7F869}" dt="2025-12-16T06:29:01.618" v="980" actId="20577"/>
          <ac:spMkLst>
            <pc:docMk/>
            <pc:sldMk cId="1290441449" sldId="296"/>
            <ac:spMk id="3" creationId="{6D8BDC74-A050-14D0-CC79-38CFCDF0E493}"/>
          </ac:spMkLst>
        </pc:spChg>
        <pc:spChg chg="add mod">
          <ac:chgData name="Ciara Brown" userId="S::40295892@ads.qub.ac.uk::5376d550-e101-45d3-8d52-a15e785c6338" providerId="AD" clId="Web-{BD67E588-3A4F-F5A4-AC40-06B86EB7F869}" dt="2025-12-16T06:26:45.946" v="932" actId="20577"/>
          <ac:spMkLst>
            <pc:docMk/>
            <pc:sldMk cId="1290441449" sldId="296"/>
            <ac:spMk id="4" creationId="{83E815C8-53EC-91A9-8B15-313AFD497E1B}"/>
          </ac:spMkLst>
        </pc:spChg>
      </pc:sldChg>
      <pc:sldChg chg="delSp modSp">
        <pc:chgData name="Ciara Brown" userId="S::40295892@ads.qub.ac.uk::5376d550-e101-45d3-8d52-a15e785c6338" providerId="AD" clId="Web-{BD67E588-3A4F-F5A4-AC40-06B86EB7F869}" dt="2025-12-16T06:11:11.985" v="882" actId="20577"/>
        <pc:sldMkLst>
          <pc:docMk/>
          <pc:sldMk cId="2873980681" sldId="297"/>
        </pc:sldMkLst>
        <pc:spChg chg="mod">
          <ac:chgData name="Ciara Brown" userId="S::40295892@ads.qub.ac.uk::5376d550-e101-45d3-8d52-a15e785c6338" providerId="AD" clId="Web-{BD67E588-3A4F-F5A4-AC40-06B86EB7F869}" dt="2025-12-16T06:11:11.985" v="882" actId="20577"/>
          <ac:spMkLst>
            <pc:docMk/>
            <pc:sldMk cId="2873980681" sldId="297"/>
            <ac:spMk id="4" creationId="{CA2F44B9-670B-B5E7-3C30-CC5119E8A9FD}"/>
          </ac:spMkLst>
        </pc:spChg>
        <pc:spChg chg="del mod">
          <ac:chgData name="Ciara Brown" userId="S::40295892@ads.qub.ac.uk::5376d550-e101-45d3-8d52-a15e785c6338" providerId="AD" clId="Web-{BD67E588-3A4F-F5A4-AC40-06B86EB7F869}" dt="2025-12-16T06:11:05.391" v="880"/>
          <ac:spMkLst>
            <pc:docMk/>
            <pc:sldMk cId="2873980681" sldId="297"/>
            <ac:spMk id="6" creationId="{12A928E0-1E16-1DDC-635D-6185F36DE894}"/>
          </ac:spMkLst>
        </pc:spChg>
        <pc:picChg chg="del">
          <ac:chgData name="Ciara Brown" userId="S::40295892@ads.qub.ac.uk::5376d550-e101-45d3-8d52-a15e785c6338" providerId="AD" clId="Web-{BD67E588-3A4F-F5A4-AC40-06B86EB7F869}" dt="2025-12-16T06:11:00.688" v="878"/>
          <ac:picMkLst>
            <pc:docMk/>
            <pc:sldMk cId="2873980681" sldId="297"/>
            <ac:picMk id="14" creationId="{201DB4E9-503B-36BB-C325-372FAC7AFC32}"/>
          </ac:picMkLst>
        </pc:picChg>
      </pc:sldChg>
      <pc:sldChg chg="del">
        <pc:chgData name="Ciara Brown" userId="S::40295892@ads.qub.ac.uk::5376d550-e101-45d3-8d52-a15e785c6338" providerId="AD" clId="Web-{BD67E588-3A4F-F5A4-AC40-06B86EB7F869}" dt="2025-12-16T06:01:07.179" v="856"/>
        <pc:sldMkLst>
          <pc:docMk/>
          <pc:sldMk cId="1613957402" sldId="298"/>
        </pc:sldMkLst>
      </pc:sldChg>
    </pc:docChg>
  </pc:docChgLst>
  <pc:docChgLst>
    <pc:chgData name="Cameron Hedderman" userId="S::40327226@ads.qub.ac.uk::350cfffd-156e-4957-948e-d3a8d49757db" providerId="AD" clId="Web-{AA05FF57-210B-A9EA-A574-8161DD0DEDBF}"/>
    <pc:docChg chg="addSld modSld">
      <pc:chgData name="Cameron Hedderman" userId="S::40327226@ads.qub.ac.uk::350cfffd-156e-4957-948e-d3a8d49757db" providerId="AD" clId="Web-{AA05FF57-210B-A9EA-A574-8161DD0DEDBF}" dt="2025-11-17T16:35:34.446" v="2861" actId="14100"/>
      <pc:docMkLst>
        <pc:docMk/>
      </pc:docMkLst>
      <pc:sldChg chg="modSp">
        <pc:chgData name="Cameron Hedderman" userId="S::40327226@ads.qub.ac.uk::350cfffd-156e-4957-948e-d3a8d49757db" providerId="AD" clId="Web-{AA05FF57-210B-A9EA-A574-8161DD0DEDBF}" dt="2025-11-17T15:43:23.778" v="886" actId="14100"/>
        <pc:sldMkLst>
          <pc:docMk/>
          <pc:sldMk cId="3724315915" sldId="256"/>
        </pc:sldMkLst>
        <pc:spChg chg="mod">
          <ac:chgData name="Cameron Hedderman" userId="S::40327226@ads.qub.ac.uk::350cfffd-156e-4957-948e-d3a8d49757db" providerId="AD" clId="Web-{AA05FF57-210B-A9EA-A574-8161DD0DEDBF}" dt="2025-11-17T15:43:23.778" v="886" actId="14100"/>
          <ac:spMkLst>
            <pc:docMk/>
            <pc:sldMk cId="3724315915" sldId="256"/>
            <ac:spMk id="2" creationId="{6CBA0981-7AA0-1741-D527-BABC5C0F5A32}"/>
          </ac:spMkLst>
        </pc:spChg>
      </pc:sldChg>
      <pc:sldChg chg="modSp">
        <pc:chgData name="Cameron Hedderman" userId="S::40327226@ads.qub.ac.uk::350cfffd-156e-4957-948e-d3a8d49757db" providerId="AD" clId="Web-{AA05FF57-210B-A9EA-A574-8161DD0DEDBF}" dt="2025-11-17T16:34:53.663" v="2844" actId="20577"/>
        <pc:sldMkLst>
          <pc:docMk/>
          <pc:sldMk cId="1937340273" sldId="260"/>
        </pc:sldMkLst>
        <pc:spChg chg="mod">
          <ac:chgData name="Cameron Hedderman" userId="S::40327226@ads.qub.ac.uk::350cfffd-156e-4957-948e-d3a8d49757db" providerId="AD" clId="Web-{AA05FF57-210B-A9EA-A574-8161DD0DEDBF}" dt="2025-11-17T16:34:53.663" v="2844" actId="20577"/>
          <ac:spMkLst>
            <pc:docMk/>
            <pc:sldMk cId="1937340273" sldId="260"/>
            <ac:spMk id="2" creationId="{90D1DB20-7DE2-104C-FDC7-84F19F022479}"/>
          </ac:spMkLst>
        </pc:spChg>
      </pc:sldChg>
      <pc:sldChg chg="addSp delSp modSp add mod replId modShow">
        <pc:chgData name="Cameron Hedderman" userId="S::40327226@ads.qub.ac.uk::350cfffd-156e-4957-948e-d3a8d49757db" providerId="AD" clId="Web-{AA05FF57-210B-A9EA-A574-8161DD0DEDBF}" dt="2025-11-17T16:30:58.301" v="2814"/>
        <pc:sldMkLst>
          <pc:docMk/>
          <pc:sldMk cId="4100215138" sldId="262"/>
        </pc:sldMkLst>
        <pc:spChg chg="mod">
          <ac:chgData name="Cameron Hedderman" userId="S::40327226@ads.qub.ac.uk::350cfffd-156e-4957-948e-d3a8d49757db" providerId="AD" clId="Web-{AA05FF57-210B-A9EA-A574-8161DD0DEDBF}" dt="2025-11-17T15:36:01.666" v="777" actId="20577"/>
          <ac:spMkLst>
            <pc:docMk/>
            <pc:sldMk cId="4100215138" sldId="262"/>
            <ac:spMk id="2" creationId="{EB255221-262E-DB95-7408-655DAF0EB769}"/>
          </ac:spMkLst>
        </pc:spChg>
        <pc:spChg chg="mod">
          <ac:chgData name="Cameron Hedderman" userId="S::40327226@ads.qub.ac.uk::350cfffd-156e-4957-948e-d3a8d49757db" providerId="AD" clId="Web-{AA05FF57-210B-A9EA-A574-8161DD0DEDBF}" dt="2025-11-17T16:14:31.359" v="1949" actId="20577"/>
          <ac:spMkLst>
            <pc:docMk/>
            <pc:sldMk cId="4100215138" sldId="262"/>
            <ac:spMk id="3" creationId="{8686B4D6-6D8E-DDC8-1381-4E16A03419C7}"/>
          </ac:spMkLst>
        </pc:spChg>
        <pc:picChg chg="add mod">
          <ac:chgData name="Cameron Hedderman" userId="S::40327226@ads.qub.ac.uk::350cfffd-156e-4957-948e-d3a8d49757db" providerId="AD" clId="Web-{AA05FF57-210B-A9EA-A574-8161DD0DEDBF}" dt="2025-11-17T16:09:10.178" v="1928" actId="1076"/>
          <ac:picMkLst>
            <pc:docMk/>
            <pc:sldMk cId="4100215138" sldId="262"/>
            <ac:picMk id="6" creationId="{7A66CD98-DF8F-C720-9EBD-43A6C4F4D171}"/>
          </ac:picMkLst>
        </pc:picChg>
      </pc:sldChg>
    </pc:docChg>
  </pc:docChgLst>
  <pc:docChgLst>
    <pc:chgData name="Kendrick Kendrick" userId="S::40274936@ads.qub.ac.uk::70640412-34f1-4e49-badf-c024b3963d59" providerId="AD" clId="Web-{0CAF82E5-85FD-6D1C-A3FF-073B947C05A1}"/>
    <pc:docChg chg="modSld">
      <pc:chgData name="Kendrick Kendrick" userId="S::40274936@ads.qub.ac.uk::70640412-34f1-4e49-badf-c024b3963d59" providerId="AD" clId="Web-{0CAF82E5-85FD-6D1C-A3FF-073B947C05A1}" dt="2025-11-30T17:27:15.642" v="638" actId="1076"/>
      <pc:docMkLst>
        <pc:docMk/>
      </pc:docMkLst>
      <pc:sldChg chg="addSp delSp modSp">
        <pc:chgData name="Kendrick Kendrick" userId="S::40274936@ads.qub.ac.uk::70640412-34f1-4e49-badf-c024b3963d59" providerId="AD" clId="Web-{0CAF82E5-85FD-6D1C-A3FF-073B947C05A1}" dt="2025-11-30T17:27:15.642" v="638" actId="1076"/>
        <pc:sldMkLst>
          <pc:docMk/>
          <pc:sldMk cId="2541104513" sldId="264"/>
        </pc:sldMkLst>
        <pc:spChg chg="mod">
          <ac:chgData name="Kendrick Kendrick" userId="S::40274936@ads.qub.ac.uk::70640412-34f1-4e49-badf-c024b3963d59" providerId="AD" clId="Web-{0CAF82E5-85FD-6D1C-A3FF-073B947C05A1}" dt="2025-11-30T17:25:18.571" v="493" actId="1076"/>
          <ac:spMkLst>
            <pc:docMk/>
            <pc:sldMk cId="2541104513" sldId="264"/>
            <ac:spMk id="3" creationId="{A9AE01DA-BC98-2FE1-DE4C-7BB44C4CA0ED}"/>
          </ac:spMkLst>
        </pc:spChg>
        <pc:spChg chg="mod">
          <ac:chgData name="Kendrick Kendrick" userId="S::40274936@ads.qub.ac.uk::70640412-34f1-4e49-badf-c024b3963d59" providerId="AD" clId="Web-{0CAF82E5-85FD-6D1C-A3FF-073B947C05A1}" dt="2025-11-30T17:19:08.386" v="457" actId="1076"/>
          <ac:spMkLst>
            <pc:docMk/>
            <pc:sldMk cId="2541104513" sldId="264"/>
            <ac:spMk id="8" creationId="{9EEF1F5A-C799-DDEC-FA3E-616B007954E2}"/>
          </ac:spMkLst>
        </pc:spChg>
        <pc:spChg chg="mod">
          <ac:chgData name="Kendrick Kendrick" userId="S::40274936@ads.qub.ac.uk::70640412-34f1-4e49-badf-c024b3963d59" providerId="AD" clId="Web-{0CAF82E5-85FD-6D1C-A3FF-073B947C05A1}" dt="2025-11-30T17:27:01.219" v="636" actId="20577"/>
          <ac:spMkLst>
            <pc:docMk/>
            <pc:sldMk cId="2541104513" sldId="264"/>
            <ac:spMk id="12" creationId="{35FF8C98-DBD0-35FC-3D28-D02E48493CCA}"/>
          </ac:spMkLst>
        </pc:spChg>
        <pc:picChg chg="add mod">
          <ac:chgData name="Kendrick Kendrick" userId="S::40274936@ads.qub.ac.uk::70640412-34f1-4e49-badf-c024b3963d59" providerId="AD" clId="Web-{0CAF82E5-85FD-6D1C-A3FF-073B947C05A1}" dt="2025-11-30T17:27:15.642" v="638" actId="1076"/>
          <ac:picMkLst>
            <pc:docMk/>
            <pc:sldMk cId="2541104513" sldId="264"/>
            <ac:picMk id="16" creationId="{C41865B2-7C23-9C8F-02FF-31F50C4F650B}"/>
          </ac:picMkLst>
        </pc:picChg>
      </pc:sldChg>
      <pc:sldChg chg="modSp">
        <pc:chgData name="Kendrick Kendrick" userId="S::40274936@ads.qub.ac.uk::70640412-34f1-4e49-badf-c024b3963d59" providerId="AD" clId="Web-{0CAF82E5-85FD-6D1C-A3FF-073B947C05A1}" dt="2025-11-30T16:14:36.347" v="17" actId="20577"/>
        <pc:sldMkLst>
          <pc:docMk/>
          <pc:sldMk cId="2783888995" sldId="269"/>
        </pc:sldMkLst>
        <pc:spChg chg="mod">
          <ac:chgData name="Kendrick Kendrick" userId="S::40274936@ads.qub.ac.uk::70640412-34f1-4e49-badf-c024b3963d59" providerId="AD" clId="Web-{0CAF82E5-85FD-6D1C-A3FF-073B947C05A1}" dt="2025-11-30T16:14:36.347" v="17" actId="20577"/>
          <ac:spMkLst>
            <pc:docMk/>
            <pc:sldMk cId="2783888995" sldId="269"/>
            <ac:spMk id="3" creationId="{53BC39D5-1F9F-6021-789B-DB493DDB122D}"/>
          </ac:spMkLst>
        </pc:spChg>
      </pc:sldChg>
    </pc:docChg>
  </pc:docChgLst>
  <pc:docChgLst>
    <pc:chgData name="Ciara Brown" userId="S::40295892@ads.qub.ac.uk::5376d550-e101-45d3-8d52-a15e785c6338" providerId="AD" clId="Web-{9FF2B02E-0252-8EF9-687C-61D17F0D1F9D}"/>
    <pc:docChg chg="addSld delSld modSld sldOrd modMainMaster">
      <pc:chgData name="Ciara Brown" userId="S::40295892@ads.qub.ac.uk::5376d550-e101-45d3-8d52-a15e785c6338" providerId="AD" clId="Web-{9FF2B02E-0252-8EF9-687C-61D17F0D1F9D}" dt="2025-12-16T14:15:31.244" v="54" actId="20577"/>
      <pc:docMkLst>
        <pc:docMk/>
      </pc:docMkLst>
      <pc:sldChg chg="mod">
        <pc:chgData name="Ciara Brown" userId="S::40295892@ads.qub.ac.uk::5376d550-e101-45d3-8d52-a15e785c6338" providerId="AD" clId="Web-{9FF2B02E-0252-8EF9-687C-61D17F0D1F9D}" dt="2025-12-16T14:10:00.077" v="4"/>
        <pc:sldMkLst>
          <pc:docMk/>
          <pc:sldMk cId="3724315915" sldId="256"/>
        </pc:sldMkLst>
      </pc:sldChg>
      <pc:sldChg chg="mod">
        <pc:chgData name="Ciara Brown" userId="S::40295892@ads.qub.ac.uk::5376d550-e101-45d3-8d52-a15e785c6338" providerId="AD" clId="Web-{9FF2B02E-0252-8EF9-687C-61D17F0D1F9D}" dt="2025-12-16T14:10:00.077" v="4"/>
        <pc:sldMkLst>
          <pc:docMk/>
          <pc:sldMk cId="3541714444" sldId="257"/>
        </pc:sldMkLst>
      </pc:sldChg>
      <pc:sldChg chg="mod">
        <pc:chgData name="Ciara Brown" userId="S::40295892@ads.qub.ac.uk::5376d550-e101-45d3-8d52-a15e785c6338" providerId="AD" clId="Web-{9FF2B02E-0252-8EF9-687C-61D17F0D1F9D}" dt="2025-12-16T14:10:00.077" v="4"/>
        <pc:sldMkLst>
          <pc:docMk/>
          <pc:sldMk cId="1937340273" sldId="260"/>
        </pc:sldMkLst>
      </pc:sldChg>
      <pc:sldChg chg="mod">
        <pc:chgData name="Ciara Brown" userId="S::40295892@ads.qub.ac.uk::5376d550-e101-45d3-8d52-a15e785c6338" providerId="AD" clId="Web-{9FF2B02E-0252-8EF9-687C-61D17F0D1F9D}" dt="2025-12-16T14:10:00.077" v="4"/>
        <pc:sldMkLst>
          <pc:docMk/>
          <pc:sldMk cId="2580563498" sldId="261"/>
        </pc:sldMkLst>
      </pc:sldChg>
      <pc:sldChg chg="mod">
        <pc:chgData name="Ciara Brown" userId="S::40295892@ads.qub.ac.uk::5376d550-e101-45d3-8d52-a15e785c6338" providerId="AD" clId="Web-{9FF2B02E-0252-8EF9-687C-61D17F0D1F9D}" dt="2025-12-16T14:10:00.077" v="4"/>
        <pc:sldMkLst>
          <pc:docMk/>
          <pc:sldMk cId="4100215138" sldId="262"/>
        </pc:sldMkLst>
      </pc:sldChg>
      <pc:sldChg chg="mod">
        <pc:chgData name="Ciara Brown" userId="S::40295892@ads.qub.ac.uk::5376d550-e101-45d3-8d52-a15e785c6338" providerId="AD" clId="Web-{9FF2B02E-0252-8EF9-687C-61D17F0D1F9D}" dt="2025-12-16T14:10:00.077" v="4"/>
        <pc:sldMkLst>
          <pc:docMk/>
          <pc:sldMk cId="1601408118" sldId="263"/>
        </pc:sldMkLst>
      </pc:sldChg>
      <pc:sldChg chg="mod">
        <pc:chgData name="Ciara Brown" userId="S::40295892@ads.qub.ac.uk::5376d550-e101-45d3-8d52-a15e785c6338" providerId="AD" clId="Web-{9FF2B02E-0252-8EF9-687C-61D17F0D1F9D}" dt="2025-12-16T14:10:00.077" v="4"/>
        <pc:sldMkLst>
          <pc:docMk/>
          <pc:sldMk cId="2541104513" sldId="264"/>
        </pc:sldMkLst>
      </pc:sldChg>
      <pc:sldChg chg="mod">
        <pc:chgData name="Ciara Brown" userId="S::40295892@ads.qub.ac.uk::5376d550-e101-45d3-8d52-a15e785c6338" providerId="AD" clId="Web-{9FF2B02E-0252-8EF9-687C-61D17F0D1F9D}" dt="2025-12-16T14:10:00.077" v="4"/>
        <pc:sldMkLst>
          <pc:docMk/>
          <pc:sldMk cId="1058383411" sldId="268"/>
        </pc:sldMkLst>
      </pc:sldChg>
      <pc:sldChg chg="mod">
        <pc:chgData name="Ciara Brown" userId="S::40295892@ads.qub.ac.uk::5376d550-e101-45d3-8d52-a15e785c6338" providerId="AD" clId="Web-{9FF2B02E-0252-8EF9-687C-61D17F0D1F9D}" dt="2025-12-16T14:10:00.077" v="4"/>
        <pc:sldMkLst>
          <pc:docMk/>
          <pc:sldMk cId="2783888995" sldId="269"/>
        </pc:sldMkLst>
      </pc:sldChg>
      <pc:sldChg chg="mod">
        <pc:chgData name="Ciara Brown" userId="S::40295892@ads.qub.ac.uk::5376d550-e101-45d3-8d52-a15e785c6338" providerId="AD" clId="Web-{9FF2B02E-0252-8EF9-687C-61D17F0D1F9D}" dt="2025-12-16T14:10:00.077" v="4"/>
        <pc:sldMkLst>
          <pc:docMk/>
          <pc:sldMk cId="168068795" sldId="272"/>
        </pc:sldMkLst>
      </pc:sldChg>
      <pc:sldChg chg="mod">
        <pc:chgData name="Ciara Brown" userId="S::40295892@ads.qub.ac.uk::5376d550-e101-45d3-8d52-a15e785c6338" providerId="AD" clId="Web-{9FF2B02E-0252-8EF9-687C-61D17F0D1F9D}" dt="2025-12-16T14:10:00.077" v="4"/>
        <pc:sldMkLst>
          <pc:docMk/>
          <pc:sldMk cId="620870971" sldId="273"/>
        </pc:sldMkLst>
      </pc:sldChg>
      <pc:sldChg chg="mod">
        <pc:chgData name="Ciara Brown" userId="S::40295892@ads.qub.ac.uk::5376d550-e101-45d3-8d52-a15e785c6338" providerId="AD" clId="Web-{9FF2B02E-0252-8EF9-687C-61D17F0D1F9D}" dt="2025-12-16T14:10:00.077" v="4"/>
        <pc:sldMkLst>
          <pc:docMk/>
          <pc:sldMk cId="664851472" sldId="274"/>
        </pc:sldMkLst>
      </pc:sldChg>
      <pc:sldChg chg="mod">
        <pc:chgData name="Ciara Brown" userId="S::40295892@ads.qub.ac.uk::5376d550-e101-45d3-8d52-a15e785c6338" providerId="AD" clId="Web-{9FF2B02E-0252-8EF9-687C-61D17F0D1F9D}" dt="2025-12-16T14:10:00.077" v="4"/>
        <pc:sldMkLst>
          <pc:docMk/>
          <pc:sldMk cId="1692406371" sldId="275"/>
        </pc:sldMkLst>
      </pc:sldChg>
      <pc:sldChg chg="mod">
        <pc:chgData name="Ciara Brown" userId="S::40295892@ads.qub.ac.uk::5376d550-e101-45d3-8d52-a15e785c6338" providerId="AD" clId="Web-{9FF2B02E-0252-8EF9-687C-61D17F0D1F9D}" dt="2025-12-16T14:10:00.077" v="4"/>
        <pc:sldMkLst>
          <pc:docMk/>
          <pc:sldMk cId="617160336" sldId="276"/>
        </pc:sldMkLst>
      </pc:sldChg>
      <pc:sldChg chg="mod">
        <pc:chgData name="Ciara Brown" userId="S::40295892@ads.qub.ac.uk::5376d550-e101-45d3-8d52-a15e785c6338" providerId="AD" clId="Web-{9FF2B02E-0252-8EF9-687C-61D17F0D1F9D}" dt="2025-12-16T14:10:00.077" v="4"/>
        <pc:sldMkLst>
          <pc:docMk/>
          <pc:sldMk cId="2835570930" sldId="278"/>
        </pc:sldMkLst>
      </pc:sldChg>
      <pc:sldChg chg="mod">
        <pc:chgData name="Ciara Brown" userId="S::40295892@ads.qub.ac.uk::5376d550-e101-45d3-8d52-a15e785c6338" providerId="AD" clId="Web-{9FF2B02E-0252-8EF9-687C-61D17F0D1F9D}" dt="2025-12-16T14:10:00.077" v="4"/>
        <pc:sldMkLst>
          <pc:docMk/>
          <pc:sldMk cId="3198182826" sldId="279"/>
        </pc:sldMkLst>
      </pc:sldChg>
      <pc:sldChg chg="mod">
        <pc:chgData name="Ciara Brown" userId="S::40295892@ads.qub.ac.uk::5376d550-e101-45d3-8d52-a15e785c6338" providerId="AD" clId="Web-{9FF2B02E-0252-8EF9-687C-61D17F0D1F9D}" dt="2025-12-16T14:10:00.077" v="4"/>
        <pc:sldMkLst>
          <pc:docMk/>
          <pc:sldMk cId="2540938127" sldId="281"/>
        </pc:sldMkLst>
      </pc:sldChg>
      <pc:sldChg chg="mod">
        <pc:chgData name="Ciara Brown" userId="S::40295892@ads.qub.ac.uk::5376d550-e101-45d3-8d52-a15e785c6338" providerId="AD" clId="Web-{9FF2B02E-0252-8EF9-687C-61D17F0D1F9D}" dt="2025-12-16T14:10:00.077" v="4"/>
        <pc:sldMkLst>
          <pc:docMk/>
          <pc:sldMk cId="2747094776" sldId="282"/>
        </pc:sldMkLst>
      </pc:sldChg>
      <pc:sldChg chg="mod">
        <pc:chgData name="Ciara Brown" userId="S::40295892@ads.qub.ac.uk::5376d550-e101-45d3-8d52-a15e785c6338" providerId="AD" clId="Web-{9FF2B02E-0252-8EF9-687C-61D17F0D1F9D}" dt="2025-12-16T14:10:00.077" v="4"/>
        <pc:sldMkLst>
          <pc:docMk/>
          <pc:sldMk cId="3640691173" sldId="283"/>
        </pc:sldMkLst>
      </pc:sldChg>
      <pc:sldChg chg="mod">
        <pc:chgData name="Ciara Brown" userId="S::40295892@ads.qub.ac.uk::5376d550-e101-45d3-8d52-a15e785c6338" providerId="AD" clId="Web-{9FF2B02E-0252-8EF9-687C-61D17F0D1F9D}" dt="2025-12-16T14:10:00.077" v="4"/>
        <pc:sldMkLst>
          <pc:docMk/>
          <pc:sldMk cId="188387680" sldId="284"/>
        </pc:sldMkLst>
      </pc:sldChg>
      <pc:sldChg chg="mod">
        <pc:chgData name="Ciara Brown" userId="S::40295892@ads.qub.ac.uk::5376d550-e101-45d3-8d52-a15e785c6338" providerId="AD" clId="Web-{9FF2B02E-0252-8EF9-687C-61D17F0D1F9D}" dt="2025-12-16T14:10:00.077" v="4"/>
        <pc:sldMkLst>
          <pc:docMk/>
          <pc:sldMk cId="2478534414" sldId="285"/>
        </pc:sldMkLst>
      </pc:sldChg>
      <pc:sldChg chg="mod">
        <pc:chgData name="Ciara Brown" userId="S::40295892@ads.qub.ac.uk::5376d550-e101-45d3-8d52-a15e785c6338" providerId="AD" clId="Web-{9FF2B02E-0252-8EF9-687C-61D17F0D1F9D}" dt="2025-12-16T14:10:00.077" v="4"/>
        <pc:sldMkLst>
          <pc:docMk/>
          <pc:sldMk cId="1902984050" sldId="286"/>
        </pc:sldMkLst>
      </pc:sldChg>
      <pc:sldChg chg="mod">
        <pc:chgData name="Ciara Brown" userId="S::40295892@ads.qub.ac.uk::5376d550-e101-45d3-8d52-a15e785c6338" providerId="AD" clId="Web-{9FF2B02E-0252-8EF9-687C-61D17F0D1F9D}" dt="2025-12-16T14:10:00.077" v="4"/>
        <pc:sldMkLst>
          <pc:docMk/>
          <pc:sldMk cId="1212696414" sldId="287"/>
        </pc:sldMkLst>
      </pc:sldChg>
      <pc:sldChg chg="mod">
        <pc:chgData name="Ciara Brown" userId="S::40295892@ads.qub.ac.uk::5376d550-e101-45d3-8d52-a15e785c6338" providerId="AD" clId="Web-{9FF2B02E-0252-8EF9-687C-61D17F0D1F9D}" dt="2025-12-16T14:10:00.077" v="4"/>
        <pc:sldMkLst>
          <pc:docMk/>
          <pc:sldMk cId="2520395923" sldId="288"/>
        </pc:sldMkLst>
      </pc:sldChg>
      <pc:sldChg chg="mod">
        <pc:chgData name="Ciara Brown" userId="S::40295892@ads.qub.ac.uk::5376d550-e101-45d3-8d52-a15e785c6338" providerId="AD" clId="Web-{9FF2B02E-0252-8EF9-687C-61D17F0D1F9D}" dt="2025-12-16T14:10:00.077" v="4"/>
        <pc:sldMkLst>
          <pc:docMk/>
          <pc:sldMk cId="2155691582" sldId="290"/>
        </pc:sldMkLst>
      </pc:sldChg>
      <pc:sldChg chg="mod">
        <pc:chgData name="Ciara Brown" userId="S::40295892@ads.qub.ac.uk::5376d550-e101-45d3-8d52-a15e785c6338" providerId="AD" clId="Web-{9FF2B02E-0252-8EF9-687C-61D17F0D1F9D}" dt="2025-12-16T14:10:00.077" v="4"/>
        <pc:sldMkLst>
          <pc:docMk/>
          <pc:sldMk cId="3291029448" sldId="291"/>
        </pc:sldMkLst>
      </pc:sldChg>
      <pc:sldChg chg="mod">
        <pc:chgData name="Ciara Brown" userId="S::40295892@ads.qub.ac.uk::5376d550-e101-45d3-8d52-a15e785c6338" providerId="AD" clId="Web-{9FF2B02E-0252-8EF9-687C-61D17F0D1F9D}" dt="2025-12-16T14:10:00.077" v="4"/>
        <pc:sldMkLst>
          <pc:docMk/>
          <pc:sldMk cId="1185623344" sldId="292"/>
        </pc:sldMkLst>
      </pc:sldChg>
      <pc:sldChg chg="mod">
        <pc:chgData name="Ciara Brown" userId="S::40295892@ads.qub.ac.uk::5376d550-e101-45d3-8d52-a15e785c6338" providerId="AD" clId="Web-{9FF2B02E-0252-8EF9-687C-61D17F0D1F9D}" dt="2025-12-16T14:10:00.077" v="4"/>
        <pc:sldMkLst>
          <pc:docMk/>
          <pc:sldMk cId="3190335222" sldId="293"/>
        </pc:sldMkLst>
      </pc:sldChg>
      <pc:sldChg chg="mod">
        <pc:chgData name="Ciara Brown" userId="S::40295892@ads.qub.ac.uk::5376d550-e101-45d3-8d52-a15e785c6338" providerId="AD" clId="Web-{9FF2B02E-0252-8EF9-687C-61D17F0D1F9D}" dt="2025-12-16T14:10:00.077" v="4"/>
        <pc:sldMkLst>
          <pc:docMk/>
          <pc:sldMk cId="168234735" sldId="294"/>
        </pc:sldMkLst>
      </pc:sldChg>
      <pc:sldChg chg="mod">
        <pc:chgData name="Ciara Brown" userId="S::40295892@ads.qub.ac.uk::5376d550-e101-45d3-8d52-a15e785c6338" providerId="AD" clId="Web-{9FF2B02E-0252-8EF9-687C-61D17F0D1F9D}" dt="2025-12-16T14:10:00.077" v="4"/>
        <pc:sldMkLst>
          <pc:docMk/>
          <pc:sldMk cId="1290441449" sldId="296"/>
        </pc:sldMkLst>
      </pc:sldChg>
      <pc:sldChg chg="addSp delSp modSp del mod setBg delDesignElem chgLayout">
        <pc:chgData name="Ciara Brown" userId="S::40295892@ads.qub.ac.uk::5376d550-e101-45d3-8d52-a15e785c6338" providerId="AD" clId="Web-{9FF2B02E-0252-8EF9-687C-61D17F0D1F9D}" dt="2025-12-16T14:14:28.914" v="44"/>
        <pc:sldMkLst>
          <pc:docMk/>
          <pc:sldMk cId="2873980681" sldId="297"/>
        </pc:sldMkLst>
        <pc:spChg chg="mod ord">
          <ac:chgData name="Ciara Brown" userId="S::40295892@ads.qub.ac.uk::5376d550-e101-45d3-8d52-a15e785c6338" providerId="AD" clId="Web-{9FF2B02E-0252-8EF9-687C-61D17F0D1F9D}" dt="2025-12-16T14:09:23.326" v="1"/>
          <ac:spMkLst>
            <pc:docMk/>
            <pc:sldMk cId="2873980681" sldId="297"/>
            <ac:spMk id="2" creationId="{297AB028-C7B8-D0CB-6641-4C828DA591CA}"/>
          </ac:spMkLst>
        </pc:spChg>
        <pc:spChg chg="add del mod ord">
          <ac:chgData name="Ciara Brown" userId="S::40295892@ads.qub.ac.uk::5376d550-e101-45d3-8d52-a15e785c6338" providerId="AD" clId="Web-{9FF2B02E-0252-8EF9-687C-61D17F0D1F9D}" dt="2025-12-16T14:09:23.326" v="1"/>
          <ac:spMkLst>
            <pc:docMk/>
            <pc:sldMk cId="2873980681" sldId="297"/>
            <ac:spMk id="3" creationId="{28FD321E-F31B-749C-FE1C-5A18AFB924C4}"/>
          </ac:spMkLst>
        </pc:spChg>
        <pc:spChg chg="mod ord">
          <ac:chgData name="Ciara Brown" userId="S::40295892@ads.qub.ac.uk::5376d550-e101-45d3-8d52-a15e785c6338" providerId="AD" clId="Web-{9FF2B02E-0252-8EF9-687C-61D17F0D1F9D}" dt="2025-12-16T14:09:23.326" v="1"/>
          <ac:spMkLst>
            <pc:docMk/>
            <pc:sldMk cId="2873980681" sldId="297"/>
            <ac:spMk id="4" creationId="{CA2F44B9-670B-B5E7-3C30-CC5119E8A9FD}"/>
          </ac:spMkLst>
        </pc:spChg>
        <pc:spChg chg="add del">
          <ac:chgData name="Ciara Brown" userId="S::40295892@ads.qub.ac.uk::5376d550-e101-45d3-8d52-a15e785c6338" providerId="AD" clId="Web-{9FF2B02E-0252-8EF9-687C-61D17F0D1F9D}" dt="2025-12-16T14:09:23.326" v="1"/>
          <ac:spMkLst>
            <pc:docMk/>
            <pc:sldMk cId="2873980681" sldId="297"/>
            <ac:spMk id="49" creationId="{61515115-95FB-41E0-86F3-8744438C09D0}"/>
          </ac:spMkLst>
        </pc:spChg>
        <pc:spChg chg="add del">
          <ac:chgData name="Ciara Brown" userId="S::40295892@ads.qub.ac.uk::5376d550-e101-45d3-8d52-a15e785c6338" providerId="AD" clId="Web-{9FF2B02E-0252-8EF9-687C-61D17F0D1F9D}" dt="2025-12-16T14:09:23.326" v="1"/>
          <ac:spMkLst>
            <pc:docMk/>
            <pc:sldMk cId="2873980681" sldId="297"/>
            <ac:spMk id="51" creationId="{8222A33F-BE2D-4D69-92A0-5DF8B17BAACA}"/>
          </ac:spMkLst>
        </pc:spChg>
        <pc:spChg chg="add del">
          <ac:chgData name="Ciara Brown" userId="S::40295892@ads.qub.ac.uk::5376d550-e101-45d3-8d52-a15e785c6338" providerId="AD" clId="Web-{9FF2B02E-0252-8EF9-687C-61D17F0D1F9D}" dt="2025-12-16T14:09:23.326" v="1"/>
          <ac:spMkLst>
            <pc:docMk/>
            <pc:sldMk cId="2873980681" sldId="297"/>
            <ac:spMk id="53" creationId="{CE1C74D0-9609-468A-9597-5D87C8A42B58}"/>
          </ac:spMkLst>
        </pc:spChg>
        <pc:spChg chg="add del">
          <ac:chgData name="Ciara Brown" userId="S::40295892@ads.qub.ac.uk::5376d550-e101-45d3-8d52-a15e785c6338" providerId="AD" clId="Web-{9FF2B02E-0252-8EF9-687C-61D17F0D1F9D}" dt="2025-12-16T14:09:23.326" v="1"/>
          <ac:spMkLst>
            <pc:docMk/>
            <pc:sldMk cId="2873980681" sldId="297"/>
            <ac:spMk id="55" creationId="{C137128D-E594-4905-9F76-E385F0831D60}"/>
          </ac:spMkLst>
        </pc:spChg>
        <pc:picChg chg="mod">
          <ac:chgData name="Ciara Brown" userId="S::40295892@ads.qub.ac.uk::5376d550-e101-45d3-8d52-a15e785c6338" providerId="AD" clId="Web-{9FF2B02E-0252-8EF9-687C-61D17F0D1F9D}" dt="2025-12-16T14:10:12.438" v="6" actId="1076"/>
          <ac:picMkLst>
            <pc:docMk/>
            <pc:sldMk cId="2873980681" sldId="297"/>
            <ac:picMk id="5" creationId="{CBCAC015-F672-D585-95E6-E67655F9C5AA}"/>
          </ac:picMkLst>
        </pc:picChg>
      </pc:sldChg>
      <pc:sldChg chg="addSp delSp modSp add ord replId">
        <pc:chgData name="Ciara Brown" userId="S::40295892@ads.qub.ac.uk::5376d550-e101-45d3-8d52-a15e785c6338" providerId="AD" clId="Web-{9FF2B02E-0252-8EF9-687C-61D17F0D1F9D}" dt="2025-12-16T14:15:31.244" v="54" actId="20577"/>
        <pc:sldMkLst>
          <pc:docMk/>
          <pc:sldMk cId="3434804388" sldId="298"/>
        </pc:sldMkLst>
        <pc:spChg chg="del mod">
          <ac:chgData name="Ciara Brown" userId="S::40295892@ads.qub.ac.uk::5376d550-e101-45d3-8d52-a15e785c6338" providerId="AD" clId="Web-{9FF2B02E-0252-8EF9-687C-61D17F0D1F9D}" dt="2025-12-16T14:11:00.923" v="11"/>
          <ac:spMkLst>
            <pc:docMk/>
            <pc:sldMk cId="3434804388" sldId="298"/>
            <ac:spMk id="2" creationId="{793EBC05-B304-41BE-DA4C-66194F77D5AD}"/>
          </ac:spMkLst>
        </pc:spChg>
        <pc:spChg chg="add mod">
          <ac:chgData name="Ciara Brown" userId="S::40295892@ads.qub.ac.uk::5376d550-e101-45d3-8d52-a15e785c6338" providerId="AD" clId="Web-{9FF2B02E-0252-8EF9-687C-61D17F0D1F9D}" dt="2025-12-16T14:11:14.298" v="16" actId="20577"/>
          <ac:spMkLst>
            <pc:docMk/>
            <pc:sldMk cId="3434804388" sldId="298"/>
            <ac:spMk id="5" creationId="{890586FD-66C3-13E4-C0B7-1436B55B59A8}"/>
          </ac:spMkLst>
        </pc:spChg>
        <pc:spChg chg="del">
          <ac:chgData name="Ciara Brown" userId="S::40295892@ads.qub.ac.uk::5376d550-e101-45d3-8d52-a15e785c6338" providerId="AD" clId="Web-{9FF2B02E-0252-8EF9-687C-61D17F0D1F9D}" dt="2025-12-16T14:11:27.159" v="17"/>
          <ac:spMkLst>
            <pc:docMk/>
            <pc:sldMk cId="3434804388" sldId="298"/>
            <ac:spMk id="6" creationId="{1D6ACDCB-5F97-580F-85BB-53CE82C7DFE2}"/>
          </ac:spMkLst>
        </pc:spChg>
        <pc:spChg chg="add mod">
          <ac:chgData name="Ciara Brown" userId="S::40295892@ads.qub.ac.uk::5376d550-e101-45d3-8d52-a15e785c6338" providerId="AD" clId="Web-{9FF2B02E-0252-8EF9-687C-61D17F0D1F9D}" dt="2025-12-16T14:14:45.946" v="45" actId="20577"/>
          <ac:spMkLst>
            <pc:docMk/>
            <pc:sldMk cId="3434804388" sldId="298"/>
            <ac:spMk id="8" creationId="{2915D82C-6271-9428-402A-E31A66DEB038}"/>
          </ac:spMkLst>
        </pc:spChg>
        <pc:spChg chg="add mod">
          <ac:chgData name="Ciara Brown" userId="S::40295892@ads.qub.ac.uk::5376d550-e101-45d3-8d52-a15e785c6338" providerId="AD" clId="Web-{9FF2B02E-0252-8EF9-687C-61D17F0D1F9D}" dt="2025-12-16T14:15:31.244" v="54" actId="20577"/>
          <ac:spMkLst>
            <pc:docMk/>
            <pc:sldMk cId="3434804388" sldId="298"/>
            <ac:spMk id="11" creationId="{0837E072-5E6B-6F49-B5B1-5B31A2798B7E}"/>
          </ac:spMkLst>
        </pc:spChg>
        <pc:picChg chg="add mod">
          <ac:chgData name="Ciara Brown" userId="S::40295892@ads.qub.ac.uk::5376d550-e101-45d3-8d52-a15e785c6338" providerId="AD" clId="Web-{9FF2B02E-0252-8EF9-687C-61D17F0D1F9D}" dt="2025-12-16T14:13:41.351" v="38" actId="1076"/>
          <ac:picMkLst>
            <pc:docMk/>
            <pc:sldMk cId="3434804388" sldId="298"/>
            <ac:picMk id="10" creationId="{7E2F586B-85B2-5014-579A-619B9D8D3488}"/>
          </ac:picMkLst>
        </pc:picChg>
      </pc:sldChg>
      <pc:sldMasterChg chg="mod setBg modSldLayout">
        <pc:chgData name="Ciara Brown" userId="S::40295892@ads.qub.ac.uk::5376d550-e101-45d3-8d52-a15e785c6338" providerId="AD" clId="Web-{9FF2B02E-0252-8EF9-687C-61D17F0D1F9D}" dt="2025-12-16T14:10:00.077" v="4"/>
        <pc:sldMasterMkLst>
          <pc:docMk/>
          <pc:sldMasterMk cId="4071106722" sldId="2147483705"/>
        </pc:sldMasterMkLst>
        <pc:sldLayoutChg chg="mod">
          <pc:chgData name="Ciara Brown" userId="S::40295892@ads.qub.ac.uk::5376d550-e101-45d3-8d52-a15e785c6338" providerId="AD" clId="Web-{9FF2B02E-0252-8EF9-687C-61D17F0D1F9D}" dt="2025-12-16T14:10:00.077" v="4"/>
          <pc:sldLayoutMkLst>
            <pc:docMk/>
            <pc:sldMasterMk cId="4071106722" sldId="2147483705"/>
            <pc:sldLayoutMk cId="2256375878" sldId="2147483706"/>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3533069252" sldId="2147483707"/>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778132587" sldId="2147483708"/>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972775552" sldId="2147483709"/>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3125615241" sldId="2147483710"/>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2731911121" sldId="2147483711"/>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1579022416" sldId="2147483712"/>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781891588" sldId="2147483713"/>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168245148" sldId="2147483714"/>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2089132481" sldId="2147483715"/>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1848947632" sldId="2147483716"/>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4100300398" sldId="2147483717"/>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3287609227" sldId="2147483718"/>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2874690771" sldId="2147483719"/>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2373129075" sldId="2147483720"/>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2988601424" sldId="2147483721"/>
          </pc:sldLayoutMkLst>
        </pc:sldLayoutChg>
        <pc:sldLayoutChg chg="mod">
          <pc:chgData name="Ciara Brown" userId="S::40295892@ads.qub.ac.uk::5376d550-e101-45d3-8d52-a15e785c6338" providerId="AD" clId="Web-{9FF2B02E-0252-8EF9-687C-61D17F0D1F9D}" dt="2025-12-16T14:10:00.077" v="4"/>
          <pc:sldLayoutMkLst>
            <pc:docMk/>
            <pc:sldMasterMk cId="4071106722" sldId="2147483705"/>
            <pc:sldLayoutMk cId="2002907863" sldId="2147483722"/>
          </pc:sldLayoutMkLst>
        </pc:sldLayoutChg>
      </pc:sldMasterChg>
    </pc:docChg>
  </pc:docChgLst>
  <pc:docChgLst>
    <pc:chgData name="Ciara Brown" userId="S::40295892@ads.qub.ac.uk::5376d550-e101-45d3-8d52-a15e785c6338" providerId="AD" clId="Web-{B9D82479-EBD7-E017-F99A-DA7C3BF5DFE9}"/>
    <pc:docChg chg="addSld modSld">
      <pc:chgData name="Ciara Brown" userId="S::40295892@ads.qub.ac.uk::5376d550-e101-45d3-8d52-a15e785c6338" providerId="AD" clId="Web-{B9D82479-EBD7-E017-F99A-DA7C3BF5DFE9}" dt="2025-12-16T05:14:44.159" v="11" actId="20577"/>
      <pc:docMkLst>
        <pc:docMk/>
      </pc:docMkLst>
      <pc:sldChg chg="modSp add replId">
        <pc:chgData name="Ciara Brown" userId="S::40295892@ads.qub.ac.uk::5376d550-e101-45d3-8d52-a15e785c6338" providerId="AD" clId="Web-{B9D82479-EBD7-E017-F99A-DA7C3BF5DFE9}" dt="2025-12-16T05:14:44.159" v="11" actId="20577"/>
        <pc:sldMkLst>
          <pc:docMk/>
          <pc:sldMk cId="1613957402" sldId="298"/>
        </pc:sldMkLst>
        <pc:spChg chg="mod">
          <ac:chgData name="Ciara Brown" userId="S::40295892@ads.qub.ac.uk::5376d550-e101-45d3-8d52-a15e785c6338" providerId="AD" clId="Web-{B9D82479-EBD7-E017-F99A-DA7C3BF5DFE9}" dt="2025-12-16T05:14:44.159" v="11" actId="20577"/>
          <ac:spMkLst>
            <pc:docMk/>
            <pc:sldMk cId="1613957402" sldId="298"/>
            <ac:spMk id="2" creationId="{D7908998-A22F-356D-4FEE-E0F84FF668E0}"/>
          </ac:spMkLst>
        </pc:spChg>
      </pc:sldChg>
    </pc:docChg>
  </pc:docChgLst>
  <pc:docChgLst>
    <pc:chgData name="Kendrick Kendrick" userId="S::40274936@ads.qub.ac.uk::70640412-34f1-4e49-badf-c024b3963d59" providerId="AD" clId="Web-{3CD7E282-AEFE-DAC2-D47B-DFDF500FECBF}"/>
    <pc:docChg chg="modSld">
      <pc:chgData name="Kendrick Kendrick" userId="S::40274936@ads.qub.ac.uk::70640412-34f1-4e49-badf-c024b3963d59" providerId="AD" clId="Web-{3CD7E282-AEFE-DAC2-D47B-DFDF500FECBF}" dt="2025-12-04T19:49:26.374" v="640" actId="14100"/>
      <pc:docMkLst>
        <pc:docMk/>
      </pc:docMkLst>
      <pc:sldChg chg="modSp">
        <pc:chgData name="Kendrick Kendrick" userId="S::40274936@ads.qub.ac.uk::70640412-34f1-4e49-badf-c024b3963d59" providerId="AD" clId="Web-{3CD7E282-AEFE-DAC2-D47B-DFDF500FECBF}" dt="2025-12-04T19:47:22.452" v="632" actId="20577"/>
        <pc:sldMkLst>
          <pc:docMk/>
          <pc:sldMk cId="1937340273" sldId="260"/>
        </pc:sldMkLst>
        <pc:spChg chg="mod">
          <ac:chgData name="Kendrick Kendrick" userId="S::40274936@ads.qub.ac.uk::70640412-34f1-4e49-badf-c024b3963d59" providerId="AD" clId="Web-{3CD7E282-AEFE-DAC2-D47B-DFDF500FECBF}" dt="2025-12-04T19:47:22.452" v="632" actId="20577"/>
          <ac:spMkLst>
            <pc:docMk/>
            <pc:sldMk cId="1937340273" sldId="260"/>
            <ac:spMk id="11" creationId="{A3FF6920-C679-D7B7-8CA6-5B6ECF5513E3}"/>
          </ac:spMkLst>
        </pc:spChg>
      </pc:sldChg>
      <pc:sldChg chg="modSp">
        <pc:chgData name="Kendrick Kendrick" userId="S::40274936@ads.qub.ac.uk::70640412-34f1-4e49-badf-c024b3963d59" providerId="AD" clId="Web-{3CD7E282-AEFE-DAC2-D47B-DFDF500FECBF}" dt="2025-12-04T19:49:05.952" v="636" actId="14100"/>
        <pc:sldMkLst>
          <pc:docMk/>
          <pc:sldMk cId="2541104513" sldId="264"/>
        </pc:sldMkLst>
        <pc:spChg chg="mod">
          <ac:chgData name="Kendrick Kendrick" userId="S::40274936@ads.qub.ac.uk::70640412-34f1-4e49-badf-c024b3963d59" providerId="AD" clId="Web-{3CD7E282-AEFE-DAC2-D47B-DFDF500FECBF}" dt="2025-12-04T19:49:04.296" v="635" actId="1076"/>
          <ac:spMkLst>
            <pc:docMk/>
            <pc:sldMk cId="2541104513" sldId="264"/>
            <ac:spMk id="12" creationId="{35FF8C98-DBD0-35FC-3D28-D02E48493CCA}"/>
          </ac:spMkLst>
        </pc:spChg>
        <pc:picChg chg="mod">
          <ac:chgData name="Kendrick Kendrick" userId="S::40274936@ads.qub.ac.uk::70640412-34f1-4e49-badf-c024b3963d59" providerId="AD" clId="Web-{3CD7E282-AEFE-DAC2-D47B-DFDF500FECBF}" dt="2025-12-04T19:49:05.952" v="636" actId="14100"/>
          <ac:picMkLst>
            <pc:docMk/>
            <pc:sldMk cId="2541104513" sldId="264"/>
            <ac:picMk id="16" creationId="{C41865B2-7C23-9C8F-02FF-31F50C4F650B}"/>
          </ac:picMkLst>
        </pc:picChg>
      </pc:sldChg>
      <pc:sldChg chg="modSp">
        <pc:chgData name="Kendrick Kendrick" userId="S::40274936@ads.qub.ac.uk::70640412-34f1-4e49-badf-c024b3963d59" providerId="AD" clId="Web-{3CD7E282-AEFE-DAC2-D47B-DFDF500FECBF}" dt="2025-12-04T19:49:26.374" v="640" actId="14100"/>
        <pc:sldMkLst>
          <pc:docMk/>
          <pc:sldMk cId="168068795" sldId="272"/>
        </pc:sldMkLst>
        <pc:spChg chg="mod">
          <ac:chgData name="Kendrick Kendrick" userId="S::40274936@ads.qub.ac.uk::70640412-34f1-4e49-badf-c024b3963d59" providerId="AD" clId="Web-{3CD7E282-AEFE-DAC2-D47B-DFDF500FECBF}" dt="2025-12-04T19:49:14.530" v="637" actId="1076"/>
          <ac:spMkLst>
            <pc:docMk/>
            <pc:sldMk cId="168068795" sldId="272"/>
            <ac:spMk id="5" creationId="{F71077CC-8A71-B216-4328-E627801C17A8}"/>
          </ac:spMkLst>
        </pc:spChg>
        <pc:spChg chg="mod">
          <ac:chgData name="Kendrick Kendrick" userId="S::40274936@ads.qub.ac.uk::70640412-34f1-4e49-badf-c024b3963d59" providerId="AD" clId="Web-{3CD7E282-AEFE-DAC2-D47B-DFDF500FECBF}" dt="2025-12-04T19:49:23.952" v="639" actId="14100"/>
          <ac:spMkLst>
            <pc:docMk/>
            <pc:sldMk cId="168068795" sldId="272"/>
            <ac:spMk id="15" creationId="{0B94F20E-272E-59C3-CB67-538F273F63AE}"/>
          </ac:spMkLst>
        </pc:spChg>
        <pc:picChg chg="mod">
          <ac:chgData name="Kendrick Kendrick" userId="S::40274936@ads.qub.ac.uk::70640412-34f1-4e49-badf-c024b3963d59" providerId="AD" clId="Web-{3CD7E282-AEFE-DAC2-D47B-DFDF500FECBF}" dt="2025-12-04T19:49:26.374" v="640" actId="14100"/>
          <ac:picMkLst>
            <pc:docMk/>
            <pc:sldMk cId="168068795" sldId="272"/>
            <ac:picMk id="7" creationId="{09AAA542-AC6A-4CE6-5F64-85891CD97D8A}"/>
          </ac:picMkLst>
        </pc:picChg>
      </pc:sldChg>
    </pc:docChg>
  </pc:docChgLst>
  <pc:docChgLst>
    <pc:chgData name="Cameron Hedderman" userId="S::40327226@ads.qub.ac.uk::350cfffd-156e-4957-948e-d3a8d49757db" providerId="AD" clId="Web-{73DAAA0E-D28D-0E04-1E6B-5348F54186A6}"/>
    <pc:docChg chg="modSld">
      <pc:chgData name="Cameron Hedderman" userId="S::40327226@ads.qub.ac.uk::350cfffd-156e-4957-948e-d3a8d49757db" providerId="AD" clId="Web-{73DAAA0E-D28D-0E04-1E6B-5348F54186A6}" dt="2025-11-24T13:15:10.531" v="6" actId="20577"/>
      <pc:docMkLst>
        <pc:docMk/>
      </pc:docMkLst>
    </pc:docChg>
  </pc:docChgLst>
  <pc:docChgLst>
    <pc:chgData name="Utkarsh Awasthi" userId="S::40490288@ads.qub.ac.uk::ad4f256f-da97-4041-8145-32bceb3f78cb" providerId="AD" clId="Web-{7E0212F5-E702-C962-5B27-525512A8C88B}"/>
    <pc:docChg chg="modSld">
      <pc:chgData name="Utkarsh Awasthi" userId="S::40490288@ads.qub.ac.uk::ad4f256f-da97-4041-8145-32bceb3f78cb" providerId="AD" clId="Web-{7E0212F5-E702-C962-5B27-525512A8C88B}" dt="2025-12-12T19:22:50.650" v="165"/>
      <pc:docMkLst>
        <pc:docMk/>
      </pc:docMkLst>
      <pc:sldChg chg="modSp">
        <pc:chgData name="Utkarsh Awasthi" userId="S::40490288@ads.qub.ac.uk::ad4f256f-da97-4041-8145-32bceb3f78cb" providerId="AD" clId="Web-{7E0212F5-E702-C962-5B27-525512A8C88B}" dt="2025-12-12T19:22:50.650" v="165"/>
        <pc:sldMkLst>
          <pc:docMk/>
          <pc:sldMk cId="1937340273" sldId="260"/>
        </pc:sldMkLst>
        <pc:spChg chg="mod">
          <ac:chgData name="Utkarsh Awasthi" userId="S::40490288@ads.qub.ac.uk::ad4f256f-da97-4041-8145-32bceb3f78cb" providerId="AD" clId="Web-{7E0212F5-E702-C962-5B27-525512A8C88B}" dt="2025-12-12T19:22:50.650" v="165"/>
          <ac:spMkLst>
            <pc:docMk/>
            <pc:sldMk cId="1937340273" sldId="260"/>
            <ac:spMk id="11" creationId="{A3FF6920-C679-D7B7-8CA6-5B6ECF5513E3}"/>
          </ac:spMkLst>
        </pc:spChg>
      </pc:sldChg>
      <pc:sldChg chg="modSp">
        <pc:chgData name="Utkarsh Awasthi" userId="S::40490288@ads.qub.ac.uk::ad4f256f-da97-4041-8145-32bceb3f78cb" providerId="AD" clId="Web-{7E0212F5-E702-C962-5B27-525512A8C88B}" dt="2025-12-12T19:14:20.030" v="49" actId="20577"/>
        <pc:sldMkLst>
          <pc:docMk/>
          <pc:sldMk cId="4100215138" sldId="262"/>
        </pc:sldMkLst>
        <pc:spChg chg="mod">
          <ac:chgData name="Utkarsh Awasthi" userId="S::40490288@ads.qub.ac.uk::ad4f256f-da97-4041-8145-32bceb3f78cb" providerId="AD" clId="Web-{7E0212F5-E702-C962-5B27-525512A8C88B}" dt="2025-12-12T19:14:20.030" v="49" actId="20577"/>
          <ac:spMkLst>
            <pc:docMk/>
            <pc:sldMk cId="4100215138" sldId="262"/>
            <ac:spMk id="3" creationId="{8686B4D6-6D8E-DDC8-1381-4E16A03419C7}"/>
          </ac:spMkLst>
        </pc:spChg>
      </pc:sldChg>
    </pc:docChg>
  </pc:docChgLst>
  <pc:docChgLst>
    <pc:chgData name="Kendrick Kendrick" userId="S::40274936@ads.qub.ac.uk::70640412-34f1-4e49-badf-c024b3963d59" providerId="AD" clId="Web-{DD2FD9FE-8E65-C53D-EF83-AB7C0FCB5E45}"/>
    <pc:docChg chg="modSld">
      <pc:chgData name="Kendrick Kendrick" userId="S::40274936@ads.qub.ac.uk::70640412-34f1-4e49-badf-c024b3963d59" providerId="AD" clId="Web-{DD2FD9FE-8E65-C53D-EF83-AB7C0FCB5E45}" dt="2025-12-17T11:34:20.791" v="1" actId="20577"/>
      <pc:docMkLst>
        <pc:docMk/>
      </pc:docMkLst>
      <pc:sldChg chg="modSp">
        <pc:chgData name="Kendrick Kendrick" userId="S::40274936@ads.qub.ac.uk::70640412-34f1-4e49-badf-c024b3963d59" providerId="AD" clId="Web-{DD2FD9FE-8E65-C53D-EF83-AB7C0FCB5E45}" dt="2025-12-17T11:34:20.791" v="1" actId="20577"/>
        <pc:sldMkLst>
          <pc:docMk/>
          <pc:sldMk cId="1692406371" sldId="275"/>
        </pc:sldMkLst>
        <pc:spChg chg="mod">
          <ac:chgData name="Kendrick Kendrick" userId="S::40274936@ads.qub.ac.uk::70640412-34f1-4e49-badf-c024b3963d59" providerId="AD" clId="Web-{DD2FD9FE-8E65-C53D-EF83-AB7C0FCB5E45}" dt="2025-12-17T11:34:20.791" v="1" actId="20577"/>
          <ac:spMkLst>
            <pc:docMk/>
            <pc:sldMk cId="1692406371" sldId="275"/>
            <ac:spMk id="3" creationId="{0CD56E63-2CAB-19D2-3BD8-9609795210C2}"/>
          </ac:spMkLst>
        </pc:spChg>
      </pc:sldChg>
    </pc:docChg>
  </pc:docChgLst>
  <pc:docChgLst>
    <pc:chgData name="Cameron Hedderman" userId="S::40327226@ads.qub.ac.uk::350cfffd-156e-4957-948e-d3a8d49757db" providerId="AD" clId="Web-{6F675B90-1B4C-DB5A-981B-8B84B4A9D814}"/>
    <pc:docChg chg="modSld">
      <pc:chgData name="Cameron Hedderman" userId="S::40327226@ads.qub.ac.uk::350cfffd-156e-4957-948e-d3a8d49757db" providerId="AD" clId="Web-{6F675B90-1B4C-DB5A-981B-8B84B4A9D814}" dt="2025-12-11T18:16:28.317" v="198"/>
      <pc:docMkLst>
        <pc:docMk/>
      </pc:docMkLst>
      <pc:sldChg chg="modSp">
        <pc:chgData name="Cameron Hedderman" userId="S::40327226@ads.qub.ac.uk::350cfffd-156e-4957-948e-d3a8d49757db" providerId="AD" clId="Web-{6F675B90-1B4C-DB5A-981B-8B84B4A9D814}" dt="2025-12-11T18:12:08.514" v="6" actId="14100"/>
        <pc:sldMkLst>
          <pc:docMk/>
          <pc:sldMk cId="3724315915" sldId="256"/>
        </pc:sldMkLst>
        <pc:spChg chg="mod">
          <ac:chgData name="Cameron Hedderman" userId="S::40327226@ads.qub.ac.uk::350cfffd-156e-4957-948e-d3a8d49757db" providerId="AD" clId="Web-{6F675B90-1B4C-DB5A-981B-8B84B4A9D814}" dt="2025-12-11T18:12:08.514" v="6" actId="14100"/>
          <ac:spMkLst>
            <pc:docMk/>
            <pc:sldMk cId="3724315915" sldId="256"/>
            <ac:spMk id="2" creationId="{6CBA0981-7AA0-1741-D527-BABC5C0F5A32}"/>
          </ac:spMkLst>
        </pc:spChg>
        <pc:picChg chg="mod">
          <ac:chgData name="Cameron Hedderman" userId="S::40327226@ads.qub.ac.uk::350cfffd-156e-4957-948e-d3a8d49757db" providerId="AD" clId="Web-{6F675B90-1B4C-DB5A-981B-8B84B4A9D814}" dt="2025-12-11T18:12:01.154" v="4" actId="1076"/>
          <ac:picMkLst>
            <pc:docMk/>
            <pc:sldMk cId="3724315915" sldId="256"/>
            <ac:picMk id="4" creationId="{F35182BC-038F-55C9-371F-BE88DFDA296D}"/>
          </ac:picMkLst>
        </pc:picChg>
      </pc:sldChg>
      <pc:sldChg chg="addSp modSp mod setBg">
        <pc:chgData name="Cameron Hedderman" userId="S::40327226@ads.qub.ac.uk::350cfffd-156e-4957-948e-d3a8d49757db" providerId="AD" clId="Web-{6F675B90-1B4C-DB5A-981B-8B84B4A9D814}" dt="2025-12-11T18:16:28.317" v="198"/>
        <pc:sldMkLst>
          <pc:docMk/>
          <pc:sldMk cId="617160336" sldId="276"/>
        </pc:sldMkLst>
        <pc:spChg chg="mod">
          <ac:chgData name="Cameron Hedderman" userId="S::40327226@ads.qub.ac.uk::350cfffd-156e-4957-948e-d3a8d49757db" providerId="AD" clId="Web-{6F675B90-1B4C-DB5A-981B-8B84B4A9D814}" dt="2025-12-11T18:16:28.317" v="198"/>
          <ac:spMkLst>
            <pc:docMk/>
            <pc:sldMk cId="617160336" sldId="276"/>
            <ac:spMk id="3" creationId="{1A01E45E-EA6F-DEF9-925E-B8DF0ED7D5BC}"/>
          </ac:spMkLst>
        </pc:spChg>
        <pc:spChg chg="add">
          <ac:chgData name="Cameron Hedderman" userId="S::40327226@ads.qub.ac.uk::350cfffd-156e-4957-948e-d3a8d49757db" providerId="AD" clId="Web-{6F675B90-1B4C-DB5A-981B-8B84B4A9D814}" dt="2025-12-11T18:16:28.317" v="198"/>
          <ac:spMkLst>
            <pc:docMk/>
            <pc:sldMk cId="617160336" sldId="276"/>
            <ac:spMk id="10" creationId="{C8A3C342-1D03-412F-8DD3-BF519E8E0AE9}"/>
          </ac:spMkLst>
        </pc:spChg>
        <pc:spChg chg="add">
          <ac:chgData name="Cameron Hedderman" userId="S::40327226@ads.qub.ac.uk::350cfffd-156e-4957-948e-d3a8d49757db" providerId="AD" clId="Web-{6F675B90-1B4C-DB5A-981B-8B84B4A9D814}" dt="2025-12-11T18:16:28.317" v="198"/>
          <ac:spMkLst>
            <pc:docMk/>
            <pc:sldMk cId="617160336" sldId="276"/>
            <ac:spMk id="12" creationId="{81CC9B02-E087-4350-AEBD-2C3CF001AF01}"/>
          </ac:spMkLst>
        </pc:spChg>
        <pc:picChg chg="add mod">
          <ac:chgData name="Cameron Hedderman" userId="S::40327226@ads.qub.ac.uk::350cfffd-156e-4957-948e-d3a8d49757db" providerId="AD" clId="Web-{6F675B90-1B4C-DB5A-981B-8B84B4A9D814}" dt="2025-12-11T18:16:28.317" v="198"/>
          <ac:picMkLst>
            <pc:docMk/>
            <pc:sldMk cId="617160336" sldId="276"/>
            <ac:picMk id="4" creationId="{36F990B3-949A-1BE2-6375-956E26C84330}"/>
          </ac:picMkLst>
        </pc:picChg>
        <pc:picChg chg="ord">
          <ac:chgData name="Cameron Hedderman" userId="S::40327226@ads.qub.ac.uk::350cfffd-156e-4957-948e-d3a8d49757db" providerId="AD" clId="Web-{6F675B90-1B4C-DB5A-981B-8B84B4A9D814}" dt="2025-12-11T18:16:28.317" v="198"/>
          <ac:picMkLst>
            <pc:docMk/>
            <pc:sldMk cId="617160336" sldId="276"/>
            <ac:picMk id="5" creationId="{A544E28C-07C2-0EC0-1CDD-68D812F4E122}"/>
          </ac:picMkLst>
        </pc:picChg>
      </pc:sldChg>
    </pc:docChg>
  </pc:docChgLst>
  <pc:docChgLst>
    <pc:chgData name="Utkarsh Awasthi" userId="S::40490288@ads.qub.ac.uk::ad4f256f-da97-4041-8145-32bceb3f78cb" providerId="AD" clId="Web-{483552DB-C1E1-559B-8163-62D61FAF7199}"/>
    <pc:docChg chg="addSld modSld">
      <pc:chgData name="Utkarsh Awasthi" userId="S::40490288@ads.qub.ac.uk::ad4f256f-da97-4041-8145-32bceb3f78cb" providerId="AD" clId="Web-{483552DB-C1E1-559B-8163-62D61FAF7199}" dt="2025-11-28T16:49:12.033" v="90"/>
      <pc:docMkLst>
        <pc:docMk/>
      </pc:docMkLst>
      <pc:sldChg chg="modSp new">
        <pc:chgData name="Utkarsh Awasthi" userId="S::40490288@ads.qub.ac.uk::ad4f256f-da97-4041-8145-32bceb3f78cb" providerId="AD" clId="Web-{483552DB-C1E1-559B-8163-62D61FAF7199}" dt="2025-11-28T16:38:27.707" v="16"/>
        <pc:sldMkLst>
          <pc:docMk/>
          <pc:sldMk cId="1601408118" sldId="263"/>
        </pc:sldMkLst>
      </pc:sldChg>
    </pc:docChg>
  </pc:docChgLst>
  <pc:docChgLst>
    <pc:chgData name="Kendrick Kendrick" userId="S::40274936@ads.qub.ac.uk::70640412-34f1-4e49-badf-c024b3963d59" providerId="AD" clId="Web-{69E7E1DA-4F41-A941-172D-A5F56813FE91}"/>
    <pc:docChg chg="modSld">
      <pc:chgData name="Kendrick Kendrick" userId="S::40274936@ads.qub.ac.uk::70640412-34f1-4e49-badf-c024b3963d59" providerId="AD" clId="Web-{69E7E1DA-4F41-A941-172D-A5F56813FE91}" dt="2025-12-14T13:26:59.056" v="5" actId="20577"/>
      <pc:docMkLst>
        <pc:docMk/>
      </pc:docMkLst>
      <pc:sldChg chg="modSp">
        <pc:chgData name="Kendrick Kendrick" userId="S::40274936@ads.qub.ac.uk::70640412-34f1-4e49-badf-c024b3963d59" providerId="AD" clId="Web-{69E7E1DA-4F41-A941-172D-A5F56813FE91}" dt="2025-12-14T13:26:59.056" v="5" actId="20577"/>
        <pc:sldMkLst>
          <pc:docMk/>
          <pc:sldMk cId="2783888995" sldId="269"/>
        </pc:sldMkLst>
        <pc:spChg chg="mod">
          <ac:chgData name="Kendrick Kendrick" userId="S::40274936@ads.qub.ac.uk::70640412-34f1-4e49-badf-c024b3963d59" providerId="AD" clId="Web-{69E7E1DA-4F41-A941-172D-A5F56813FE91}" dt="2025-12-14T13:26:59.056" v="5" actId="20577"/>
          <ac:spMkLst>
            <pc:docMk/>
            <pc:sldMk cId="2783888995" sldId="269"/>
            <ac:spMk id="7" creationId="{55167F07-F179-3D99-A819-E35BD2A86E1D}"/>
          </ac:spMkLst>
        </pc:spChg>
      </pc:sldChg>
      <pc:sldChg chg="modSp">
        <pc:chgData name="Kendrick Kendrick" userId="S::40274936@ads.qub.ac.uk::70640412-34f1-4e49-badf-c024b3963d59" providerId="AD" clId="Web-{69E7E1DA-4F41-A941-172D-A5F56813FE91}" dt="2025-12-14T13:26:19.461" v="1" actId="20577"/>
        <pc:sldMkLst>
          <pc:docMk/>
          <pc:sldMk cId="168068795" sldId="272"/>
        </pc:sldMkLst>
        <pc:spChg chg="mod">
          <ac:chgData name="Kendrick Kendrick" userId="S::40274936@ads.qub.ac.uk::70640412-34f1-4e49-badf-c024b3963d59" providerId="AD" clId="Web-{69E7E1DA-4F41-A941-172D-A5F56813FE91}" dt="2025-12-14T13:26:19.461" v="1" actId="20577"/>
          <ac:spMkLst>
            <pc:docMk/>
            <pc:sldMk cId="168068795" sldId="272"/>
            <ac:spMk id="5" creationId="{F71077CC-8A71-B216-4328-E627801C17A8}"/>
          </ac:spMkLst>
        </pc:spChg>
      </pc:sldChg>
    </pc:docChg>
  </pc:docChgLst>
  <pc:docChgLst>
    <pc:chgData name="Kendrick Kendrick" userId="S::40274936@ads.qub.ac.uk::70640412-34f1-4e49-badf-c024b3963d59" providerId="AD" clId="Web-{7841FDF6-71D1-457F-A33D-766BE33FA069}"/>
    <pc:docChg chg="modSld">
      <pc:chgData name="Kendrick Kendrick" userId="S::40274936@ads.qub.ac.uk::70640412-34f1-4e49-badf-c024b3963d59" providerId="AD" clId="Web-{7841FDF6-71D1-457F-A33D-766BE33FA069}" dt="2025-11-30T18:06:22.326" v="229" actId="14100"/>
      <pc:docMkLst>
        <pc:docMk/>
      </pc:docMkLst>
      <pc:sldChg chg="modSp">
        <pc:chgData name="Kendrick Kendrick" userId="S::40274936@ads.qub.ac.uk::70640412-34f1-4e49-badf-c024b3963d59" providerId="AD" clId="Web-{7841FDF6-71D1-457F-A33D-766BE33FA069}" dt="2025-11-30T18:06:22.326" v="229" actId="14100"/>
        <pc:sldMkLst>
          <pc:docMk/>
          <pc:sldMk cId="2783888995" sldId="269"/>
        </pc:sldMkLst>
        <pc:spChg chg="mod">
          <ac:chgData name="Kendrick Kendrick" userId="S::40274936@ads.qub.ac.uk::70640412-34f1-4e49-badf-c024b3963d59" providerId="AD" clId="Web-{7841FDF6-71D1-457F-A33D-766BE33FA069}" dt="2025-11-30T18:05:46.732" v="226" actId="20577"/>
          <ac:spMkLst>
            <pc:docMk/>
            <pc:sldMk cId="2783888995" sldId="269"/>
            <ac:spMk id="3" creationId="{53BC39D5-1F9F-6021-789B-DB493DDB122D}"/>
          </ac:spMkLst>
        </pc:spChg>
      </pc:sldChg>
    </pc:docChg>
  </pc:docChgLst>
  <pc:docChgLst>
    <pc:chgData name="Utkarsh Awasthi" userId="S::40490288@ads.qub.ac.uk::ad4f256f-da97-4041-8145-32bceb3f78cb" providerId="AD" clId="Web-{A41E642F-9525-D1EE-D22E-F22516FA435B}"/>
    <pc:docChg chg="addSld delSld modSld">
      <pc:chgData name="Utkarsh Awasthi" userId="S::40490288@ads.qub.ac.uk::ad4f256f-da97-4041-8145-32bceb3f78cb" providerId="AD" clId="Web-{A41E642F-9525-D1EE-D22E-F22516FA435B}" dt="2025-12-16T20:18:14.880" v="77" actId="20577"/>
      <pc:docMkLst>
        <pc:docMk/>
      </pc:docMkLst>
      <pc:sldChg chg="addSp modSp mod setBg setClrOvrMap">
        <pc:chgData name="Utkarsh Awasthi" userId="S::40490288@ads.qub.ac.uk::ad4f256f-da97-4041-8145-32bceb3f78cb" providerId="AD" clId="Web-{A41E642F-9525-D1EE-D22E-F22516FA435B}" dt="2025-12-16T20:18:14.880" v="77" actId="20577"/>
        <pc:sldMkLst>
          <pc:docMk/>
          <pc:sldMk cId="4100215138" sldId="262"/>
        </pc:sldMkLst>
        <pc:spChg chg="mod">
          <ac:chgData name="Utkarsh Awasthi" userId="S::40490288@ads.qub.ac.uk::ad4f256f-da97-4041-8145-32bceb3f78cb" providerId="AD" clId="Web-{A41E642F-9525-D1EE-D22E-F22516FA435B}" dt="2025-12-16T19:57:17.899" v="16"/>
          <ac:spMkLst>
            <pc:docMk/>
            <pc:sldMk cId="4100215138" sldId="262"/>
            <ac:spMk id="2" creationId="{EB255221-262E-DB95-7408-655DAF0EB769}"/>
          </ac:spMkLst>
        </pc:spChg>
        <pc:spChg chg="mod">
          <ac:chgData name="Utkarsh Awasthi" userId="S::40490288@ads.qub.ac.uk::ad4f256f-da97-4041-8145-32bceb3f78cb" providerId="AD" clId="Web-{A41E642F-9525-D1EE-D22E-F22516FA435B}" dt="2025-12-16T20:18:14.880" v="77" actId="20577"/>
          <ac:spMkLst>
            <pc:docMk/>
            <pc:sldMk cId="4100215138" sldId="262"/>
            <ac:spMk id="3" creationId="{8686B4D6-6D8E-DDC8-1381-4E16A03419C7}"/>
          </ac:spMkLst>
        </pc:spChg>
        <pc:spChg chg="add">
          <ac:chgData name="Utkarsh Awasthi" userId="S::40490288@ads.qub.ac.uk::ad4f256f-da97-4041-8145-32bceb3f78cb" providerId="AD" clId="Web-{A41E642F-9525-D1EE-D22E-F22516FA435B}" dt="2025-12-16T19:57:17.899" v="16"/>
          <ac:spMkLst>
            <pc:docMk/>
            <pc:sldMk cId="4100215138" sldId="262"/>
            <ac:spMk id="11" creationId="{A9B9689C-AD68-44A3-BFB4-C27BBA9A69A7}"/>
          </ac:spMkLst>
        </pc:spChg>
        <pc:spChg chg="add">
          <ac:chgData name="Utkarsh Awasthi" userId="S::40490288@ads.qub.ac.uk::ad4f256f-da97-4041-8145-32bceb3f78cb" providerId="AD" clId="Web-{A41E642F-9525-D1EE-D22E-F22516FA435B}" dt="2025-12-16T19:57:17.899" v="16"/>
          <ac:spMkLst>
            <pc:docMk/>
            <pc:sldMk cId="4100215138" sldId="262"/>
            <ac:spMk id="13" creationId="{6E073616-E93D-4D7C-9EA1-43F1D5DF94A5}"/>
          </ac:spMkLst>
        </pc:spChg>
        <pc:spChg chg="add">
          <ac:chgData name="Utkarsh Awasthi" userId="S::40490288@ads.qub.ac.uk::ad4f256f-da97-4041-8145-32bceb3f78cb" providerId="AD" clId="Web-{A41E642F-9525-D1EE-D22E-F22516FA435B}" dt="2025-12-16T19:57:17.899" v="16"/>
          <ac:spMkLst>
            <pc:docMk/>
            <pc:sldMk cId="4100215138" sldId="262"/>
            <ac:spMk id="15" creationId="{0121EE82-A9A4-4B7E-928A-257CF299F0AB}"/>
          </ac:spMkLst>
        </pc:spChg>
        <pc:spChg chg="add">
          <ac:chgData name="Utkarsh Awasthi" userId="S::40490288@ads.qub.ac.uk::ad4f256f-da97-4041-8145-32bceb3f78cb" providerId="AD" clId="Web-{A41E642F-9525-D1EE-D22E-F22516FA435B}" dt="2025-12-16T19:57:17.899" v="16"/>
          <ac:spMkLst>
            <pc:docMk/>
            <pc:sldMk cId="4100215138" sldId="262"/>
            <ac:spMk id="17" creationId="{86EEAAB6-E00B-4F7A-AD69-0666D48AEF9E}"/>
          </ac:spMkLst>
        </pc:spChg>
        <pc:picChg chg="mod ord">
          <ac:chgData name="Utkarsh Awasthi" userId="S::40490288@ads.qub.ac.uk::ad4f256f-da97-4041-8145-32bceb3f78cb" providerId="AD" clId="Web-{A41E642F-9525-D1EE-D22E-F22516FA435B}" dt="2025-12-16T19:57:17.899" v="16"/>
          <ac:picMkLst>
            <pc:docMk/>
            <pc:sldMk cId="4100215138" sldId="262"/>
            <ac:picMk id="6" creationId="{7A66CD98-DF8F-C720-9EBD-43A6C4F4D171}"/>
          </ac:picMkLst>
        </pc:picChg>
      </pc:sldChg>
      <pc:sldChg chg="modSp">
        <pc:chgData name="Utkarsh Awasthi" userId="S::40490288@ads.qub.ac.uk::ad4f256f-da97-4041-8145-32bceb3f78cb" providerId="AD" clId="Web-{A41E642F-9525-D1EE-D22E-F22516FA435B}" dt="2025-12-16T20:05:11.647" v="57" actId="20577"/>
        <pc:sldMkLst>
          <pc:docMk/>
          <pc:sldMk cId="1692406371" sldId="275"/>
        </pc:sldMkLst>
        <pc:spChg chg="mod">
          <ac:chgData name="Utkarsh Awasthi" userId="S::40490288@ads.qub.ac.uk::ad4f256f-da97-4041-8145-32bceb3f78cb" providerId="AD" clId="Web-{A41E642F-9525-D1EE-D22E-F22516FA435B}" dt="2025-12-16T20:05:11.647" v="57" actId="20577"/>
          <ac:spMkLst>
            <pc:docMk/>
            <pc:sldMk cId="1692406371" sldId="275"/>
            <ac:spMk id="3" creationId="{0CD56E63-2CAB-19D2-3BD8-9609795210C2}"/>
          </ac:spMkLst>
        </pc:spChg>
      </pc:sldChg>
      <pc:sldChg chg="modSp">
        <pc:chgData name="Utkarsh Awasthi" userId="S::40490288@ads.qub.ac.uk::ad4f256f-da97-4041-8145-32bceb3f78cb" providerId="AD" clId="Web-{A41E642F-9525-D1EE-D22E-F22516FA435B}" dt="2025-12-16T19:58:32.114" v="33" actId="14100"/>
        <pc:sldMkLst>
          <pc:docMk/>
          <pc:sldMk cId="617160336" sldId="276"/>
        </pc:sldMkLst>
        <pc:spChg chg="mod">
          <ac:chgData name="Utkarsh Awasthi" userId="S::40490288@ads.qub.ac.uk::ad4f256f-da97-4041-8145-32bceb3f78cb" providerId="AD" clId="Web-{A41E642F-9525-D1EE-D22E-F22516FA435B}" dt="2025-12-16T19:58:32.114" v="33" actId="14100"/>
          <ac:spMkLst>
            <pc:docMk/>
            <pc:sldMk cId="617160336" sldId="276"/>
            <ac:spMk id="2" creationId="{C2506C39-4F45-9745-E914-EE60E00DF0F0}"/>
          </ac:spMkLst>
        </pc:spChg>
        <pc:spChg chg="mod">
          <ac:chgData name="Utkarsh Awasthi" userId="S::40490288@ads.qub.ac.uk::ad4f256f-da97-4041-8145-32bceb3f78cb" providerId="AD" clId="Web-{A41E642F-9525-D1EE-D22E-F22516FA435B}" dt="2025-12-16T19:58:18.893" v="29" actId="1076"/>
          <ac:spMkLst>
            <pc:docMk/>
            <pc:sldMk cId="617160336" sldId="276"/>
            <ac:spMk id="3" creationId="{1A01E45E-EA6F-DEF9-925E-B8DF0ED7D5BC}"/>
          </ac:spMkLst>
        </pc:spChg>
      </pc:sldChg>
      <pc:sldChg chg="modSp">
        <pc:chgData name="Utkarsh Awasthi" userId="S::40490288@ads.qub.ac.uk::ad4f256f-da97-4041-8145-32bceb3f78cb" providerId="AD" clId="Web-{A41E642F-9525-D1EE-D22E-F22516FA435B}" dt="2025-12-16T20:06:46.882" v="63" actId="20577"/>
        <pc:sldMkLst>
          <pc:docMk/>
          <pc:sldMk cId="2520395923" sldId="288"/>
        </pc:sldMkLst>
        <pc:spChg chg="mod">
          <ac:chgData name="Utkarsh Awasthi" userId="S::40490288@ads.qub.ac.uk::ad4f256f-da97-4041-8145-32bceb3f78cb" providerId="AD" clId="Web-{A41E642F-9525-D1EE-D22E-F22516FA435B}" dt="2025-12-16T20:06:46.882" v="63" actId="20577"/>
          <ac:spMkLst>
            <pc:docMk/>
            <pc:sldMk cId="2520395923" sldId="288"/>
            <ac:spMk id="2" creationId="{8035D05F-2415-355B-B65C-FED3240ECF92}"/>
          </ac:spMkLst>
        </pc:spChg>
      </pc:sldChg>
      <pc:sldChg chg="addSp modSp new mod setBg setClrOvrMap">
        <pc:chgData name="Utkarsh Awasthi" userId="S::40490288@ads.qub.ac.uk::ad4f256f-da97-4041-8145-32bceb3f78cb" providerId="AD" clId="Web-{A41E642F-9525-D1EE-D22E-F22516FA435B}" dt="2025-12-16T20:07:08.805" v="70" actId="20577"/>
        <pc:sldMkLst>
          <pc:docMk/>
          <pc:sldMk cId="758385078" sldId="301"/>
        </pc:sldMkLst>
        <pc:spChg chg="mod">
          <ac:chgData name="Utkarsh Awasthi" userId="S::40490288@ads.qub.ac.uk::ad4f256f-da97-4041-8145-32bceb3f78cb" providerId="AD" clId="Web-{A41E642F-9525-D1EE-D22E-F22516FA435B}" dt="2025-12-16T20:07:08.805" v="70" actId="20577"/>
          <ac:spMkLst>
            <pc:docMk/>
            <pc:sldMk cId="758385078" sldId="301"/>
            <ac:spMk id="2" creationId="{2288809C-A76B-4739-D2B1-BD79A8A11531}"/>
          </ac:spMkLst>
        </pc:spChg>
        <pc:spChg chg="mod">
          <ac:chgData name="Utkarsh Awasthi" userId="S::40490288@ads.qub.ac.uk::ad4f256f-da97-4041-8145-32bceb3f78cb" providerId="AD" clId="Web-{A41E642F-9525-D1EE-D22E-F22516FA435B}" dt="2025-12-16T20:06:15.163" v="60" actId="20577"/>
          <ac:spMkLst>
            <pc:docMk/>
            <pc:sldMk cId="758385078" sldId="301"/>
            <ac:spMk id="3" creationId="{A5ED4091-6BA5-30FA-C350-2B1ED8857C01}"/>
          </ac:spMkLst>
        </pc:spChg>
        <pc:spChg chg="add">
          <ac:chgData name="Utkarsh Awasthi" userId="S::40490288@ads.qub.ac.uk::ad4f256f-da97-4041-8145-32bceb3f78cb" providerId="AD" clId="Web-{A41E642F-9525-D1EE-D22E-F22516FA435B}" dt="2025-12-16T20:02:43.832" v="38"/>
          <ac:spMkLst>
            <pc:docMk/>
            <pc:sldMk cId="758385078" sldId="301"/>
            <ac:spMk id="8" creationId="{052BEFF1-896C-45B1-B02C-96A6A1BC389A}"/>
          </ac:spMkLst>
        </pc:spChg>
        <pc:spChg chg="add">
          <ac:chgData name="Utkarsh Awasthi" userId="S::40490288@ads.qub.ac.uk::ad4f256f-da97-4041-8145-32bceb3f78cb" providerId="AD" clId="Web-{A41E642F-9525-D1EE-D22E-F22516FA435B}" dt="2025-12-16T20:02:43.832" v="38"/>
          <ac:spMkLst>
            <pc:docMk/>
            <pc:sldMk cId="758385078" sldId="301"/>
            <ac:spMk id="10" creationId="{BB237A14-61B1-4C00-A670-5D8D68A8668E}"/>
          </ac:spMkLst>
        </pc:spChg>
        <pc:spChg chg="add">
          <ac:chgData name="Utkarsh Awasthi" userId="S::40490288@ads.qub.ac.uk::ad4f256f-da97-4041-8145-32bceb3f78cb" providerId="AD" clId="Web-{A41E642F-9525-D1EE-D22E-F22516FA435B}" dt="2025-12-16T20:02:43.832" v="38"/>
          <ac:spMkLst>
            <pc:docMk/>
            <pc:sldMk cId="758385078" sldId="301"/>
            <ac:spMk id="12" creationId="{8598F259-6F54-47A3-8D13-1603D786A328}"/>
          </ac:spMkLst>
        </pc:spChg>
        <pc:spChg chg="add">
          <ac:chgData name="Utkarsh Awasthi" userId="S::40490288@ads.qub.ac.uk::ad4f256f-da97-4041-8145-32bceb3f78cb" providerId="AD" clId="Web-{A41E642F-9525-D1EE-D22E-F22516FA435B}" dt="2025-12-16T20:02:43.832" v="38"/>
          <ac:spMkLst>
            <pc:docMk/>
            <pc:sldMk cId="758385078" sldId="301"/>
            <ac:spMk id="14" creationId="{0BA768A8-4FED-4ED8-9E46-6BE72188ECD2}"/>
          </ac:spMkLst>
        </pc:spChg>
        <pc:picChg chg="add">
          <ac:chgData name="Utkarsh Awasthi" userId="S::40490288@ads.qub.ac.uk::ad4f256f-da97-4041-8145-32bceb3f78cb" providerId="AD" clId="Web-{A41E642F-9525-D1EE-D22E-F22516FA435B}" dt="2025-12-16T20:03:10.801" v="43"/>
          <ac:picMkLst>
            <pc:docMk/>
            <pc:sldMk cId="758385078" sldId="301"/>
            <ac:picMk id="5" creationId="{B466528A-54E0-82A2-860D-CCF999F04841}"/>
          </ac:picMkLst>
        </pc:picChg>
      </pc:sldChg>
      <pc:sldChg chg="add del">
        <pc:chgData name="Utkarsh Awasthi" userId="S::40490288@ads.qub.ac.uk::ad4f256f-da97-4041-8145-32bceb3f78cb" providerId="AD" clId="Web-{A41E642F-9525-D1EE-D22E-F22516FA435B}" dt="2025-12-16T19:56:42.766" v="10"/>
        <pc:sldMkLst>
          <pc:docMk/>
          <pc:sldMk cId="4044026174" sldId="301"/>
        </pc:sldMkLst>
      </pc:sldChg>
    </pc:docChg>
  </pc:docChgLst>
  <pc:docChgLst>
    <pc:chgData name="Utkarsh Awasthi" userId="S::40490288@ads.qub.ac.uk::ad4f256f-da97-4041-8145-32bceb3f78cb" providerId="AD" clId="Web-{CB216812-7479-7D0B-268D-4D0255E6B3CC}"/>
    <pc:docChg chg="modSld">
      <pc:chgData name="Utkarsh Awasthi" userId="S::40490288@ads.qub.ac.uk::ad4f256f-da97-4041-8145-32bceb3f78cb" providerId="AD" clId="Web-{CB216812-7479-7D0B-268D-4D0255E6B3CC}" dt="2025-12-16T16:07:36.970" v="177" actId="20577"/>
      <pc:docMkLst>
        <pc:docMk/>
      </pc:docMkLst>
      <pc:sldChg chg="modSp">
        <pc:chgData name="Utkarsh Awasthi" userId="S::40490288@ads.qub.ac.uk::ad4f256f-da97-4041-8145-32bceb3f78cb" providerId="AD" clId="Web-{CB216812-7479-7D0B-268D-4D0255E6B3CC}" dt="2025-12-16T15:59:14.325" v="115" actId="20577"/>
        <pc:sldMkLst>
          <pc:docMk/>
          <pc:sldMk cId="4100215138" sldId="262"/>
        </pc:sldMkLst>
        <pc:spChg chg="mod">
          <ac:chgData name="Utkarsh Awasthi" userId="S::40490288@ads.qub.ac.uk::ad4f256f-da97-4041-8145-32bceb3f78cb" providerId="AD" clId="Web-{CB216812-7479-7D0B-268D-4D0255E6B3CC}" dt="2025-12-16T15:59:14.325" v="115" actId="20577"/>
          <ac:spMkLst>
            <pc:docMk/>
            <pc:sldMk cId="4100215138" sldId="262"/>
            <ac:spMk id="3" creationId="{8686B4D6-6D8E-DDC8-1381-4E16A03419C7}"/>
          </ac:spMkLst>
        </pc:spChg>
      </pc:sldChg>
      <pc:sldChg chg="modSp">
        <pc:chgData name="Utkarsh Awasthi" userId="S::40490288@ads.qub.ac.uk::ad4f256f-da97-4041-8145-32bceb3f78cb" providerId="AD" clId="Web-{CB216812-7479-7D0B-268D-4D0255E6B3CC}" dt="2025-12-16T16:07:36.970" v="177" actId="20577"/>
        <pc:sldMkLst>
          <pc:docMk/>
          <pc:sldMk cId="1601408118" sldId="263"/>
        </pc:sldMkLst>
        <pc:spChg chg="mod">
          <ac:chgData name="Utkarsh Awasthi" userId="S::40490288@ads.qub.ac.uk::ad4f256f-da97-4041-8145-32bceb3f78cb" providerId="AD" clId="Web-{CB216812-7479-7D0B-268D-4D0255E6B3CC}" dt="2025-12-16T16:07:36.970" v="177" actId="20577"/>
          <ac:spMkLst>
            <pc:docMk/>
            <pc:sldMk cId="1601408118" sldId="263"/>
            <ac:spMk id="2" creationId="{21B993DF-5085-EA6E-29A3-AEA023D61B6C}"/>
          </ac:spMkLst>
        </pc:spChg>
      </pc:sldChg>
      <pc:sldChg chg="addSp modSp">
        <pc:chgData name="Utkarsh Awasthi" userId="S::40490288@ads.qub.ac.uk::ad4f256f-da97-4041-8145-32bceb3f78cb" providerId="AD" clId="Web-{CB216812-7479-7D0B-268D-4D0255E6B3CC}" dt="2025-12-16T16:03:17.023" v="175" actId="20577"/>
        <pc:sldMkLst>
          <pc:docMk/>
          <pc:sldMk cId="617160336" sldId="276"/>
        </pc:sldMkLst>
        <pc:spChg chg="mod">
          <ac:chgData name="Utkarsh Awasthi" userId="S::40490288@ads.qub.ac.uk::ad4f256f-da97-4041-8145-32bceb3f78cb" providerId="AD" clId="Web-{CB216812-7479-7D0B-268D-4D0255E6B3CC}" dt="2025-12-16T16:01:25.598" v="141" actId="1076"/>
          <ac:spMkLst>
            <pc:docMk/>
            <pc:sldMk cId="617160336" sldId="276"/>
            <ac:spMk id="2" creationId="{C2506C39-4F45-9745-E914-EE60E00DF0F0}"/>
          </ac:spMkLst>
        </pc:spChg>
        <pc:spChg chg="mod">
          <ac:chgData name="Utkarsh Awasthi" userId="S::40490288@ads.qub.ac.uk::ad4f256f-da97-4041-8145-32bceb3f78cb" providerId="AD" clId="Web-{CB216812-7479-7D0B-268D-4D0255E6B3CC}" dt="2025-12-16T16:03:17.023" v="175" actId="20577"/>
          <ac:spMkLst>
            <pc:docMk/>
            <pc:sldMk cId="617160336" sldId="276"/>
            <ac:spMk id="3" creationId="{1A01E45E-EA6F-DEF9-925E-B8DF0ED7D5BC}"/>
          </ac:spMkLst>
        </pc:spChg>
        <pc:spChg chg="add mod">
          <ac:chgData name="Utkarsh Awasthi" userId="S::40490288@ads.qub.ac.uk::ad4f256f-da97-4041-8145-32bceb3f78cb" providerId="AD" clId="Web-{CB216812-7479-7D0B-268D-4D0255E6B3CC}" dt="2025-12-16T16:01:15.752" v="140" actId="20577"/>
          <ac:spMkLst>
            <pc:docMk/>
            <pc:sldMk cId="617160336" sldId="276"/>
            <ac:spMk id="6" creationId="{A202E361-2C27-DB60-2337-85906393801B}"/>
          </ac:spMkLst>
        </pc:spChg>
      </pc:sldChg>
    </pc:docChg>
  </pc:docChgLst>
  <pc:docChgLst>
    <pc:chgData name="Ciara Brown" userId="S::40295892@ads.qub.ac.uk::5376d550-e101-45d3-8d52-a15e785c6338" providerId="AD" clId="Web-{295D486E-A071-4DC7-0BB4-0A0F9C9122CE}"/>
    <pc:docChg chg="addSld delSld modSld">
      <pc:chgData name="Ciara Brown" userId="S::40295892@ads.qub.ac.uk::5376d550-e101-45d3-8d52-a15e785c6338" providerId="AD" clId="Web-{295D486E-A071-4DC7-0BB4-0A0F9C9122CE}" dt="2025-12-16T18:56:50.004" v="46"/>
      <pc:docMkLst>
        <pc:docMk/>
      </pc:docMkLst>
      <pc:sldChg chg="modSp">
        <pc:chgData name="Ciara Brown" userId="S::40295892@ads.qub.ac.uk::5376d550-e101-45d3-8d52-a15e785c6338" providerId="AD" clId="Web-{295D486E-A071-4DC7-0BB4-0A0F9C9122CE}" dt="2025-12-16T18:55:28.003" v="31" actId="20577"/>
        <pc:sldMkLst>
          <pc:docMk/>
          <pc:sldMk cId="168234735" sldId="294"/>
        </pc:sldMkLst>
        <pc:spChg chg="mod">
          <ac:chgData name="Ciara Brown" userId="S::40295892@ads.qub.ac.uk::5376d550-e101-45d3-8d52-a15e785c6338" providerId="AD" clId="Web-{295D486E-A071-4DC7-0BB4-0A0F9C9122CE}" dt="2025-12-16T18:55:28.003" v="31" actId="20577"/>
          <ac:spMkLst>
            <pc:docMk/>
            <pc:sldMk cId="168234735" sldId="294"/>
            <ac:spMk id="7" creationId="{DF90A120-BF69-B80A-11D1-D1192B3E5365}"/>
          </ac:spMkLst>
        </pc:spChg>
      </pc:sldChg>
      <pc:sldChg chg="modSp">
        <pc:chgData name="Ciara Brown" userId="S::40295892@ads.qub.ac.uk::5376d550-e101-45d3-8d52-a15e785c6338" providerId="AD" clId="Web-{295D486E-A071-4DC7-0BB4-0A0F9C9122CE}" dt="2025-12-16T18:50:06.215" v="2" actId="20577"/>
        <pc:sldMkLst>
          <pc:docMk/>
          <pc:sldMk cId="1290441449" sldId="296"/>
        </pc:sldMkLst>
        <pc:spChg chg="mod">
          <ac:chgData name="Ciara Brown" userId="S::40295892@ads.qub.ac.uk::5376d550-e101-45d3-8d52-a15e785c6338" providerId="AD" clId="Web-{295D486E-A071-4DC7-0BB4-0A0F9C9122CE}" dt="2025-12-16T18:50:06.215" v="2" actId="20577"/>
          <ac:spMkLst>
            <pc:docMk/>
            <pc:sldMk cId="1290441449" sldId="296"/>
            <ac:spMk id="3" creationId="{6D8BDC74-A050-14D0-CC79-38CFCDF0E493}"/>
          </ac:spMkLst>
        </pc:spChg>
      </pc:sldChg>
      <pc:sldChg chg="addSp delSp modSp add del replId">
        <pc:chgData name="Ciara Brown" userId="S::40295892@ads.qub.ac.uk::5376d550-e101-45d3-8d52-a15e785c6338" providerId="AD" clId="Web-{295D486E-A071-4DC7-0BB4-0A0F9C9122CE}" dt="2025-12-16T18:56:50.004" v="46"/>
        <pc:sldMkLst>
          <pc:docMk/>
          <pc:sldMk cId="4098598360" sldId="301"/>
        </pc:sldMkLst>
        <pc:spChg chg="mod">
          <ac:chgData name="Ciara Brown" userId="S::40295892@ads.qub.ac.uk::5376d550-e101-45d3-8d52-a15e785c6338" providerId="AD" clId="Web-{295D486E-A071-4DC7-0BB4-0A0F9C9122CE}" dt="2025-12-16T18:56:09.816" v="38" actId="20577"/>
          <ac:spMkLst>
            <pc:docMk/>
            <pc:sldMk cId="4098598360" sldId="301"/>
            <ac:spMk id="2" creationId="{D898C2BA-425E-7B51-7AEC-A1B721119403}"/>
          </ac:spMkLst>
        </pc:spChg>
        <pc:spChg chg="add del mod">
          <ac:chgData name="Ciara Brown" userId="S::40295892@ads.qub.ac.uk::5376d550-e101-45d3-8d52-a15e785c6338" providerId="AD" clId="Web-{295D486E-A071-4DC7-0BB4-0A0F9C9122CE}" dt="2025-12-16T18:56:04.004" v="35"/>
          <ac:spMkLst>
            <pc:docMk/>
            <pc:sldMk cId="4098598360" sldId="301"/>
            <ac:spMk id="6" creationId="{524FC900-3680-689C-95E8-603990E6B230}"/>
          </ac:spMkLst>
        </pc:spChg>
        <pc:spChg chg="del">
          <ac:chgData name="Ciara Brown" userId="S::40295892@ads.qub.ac.uk::5376d550-e101-45d3-8d52-a15e785c6338" providerId="AD" clId="Web-{295D486E-A071-4DC7-0BB4-0A0F9C9122CE}" dt="2025-12-16T18:55:54.129" v="33"/>
          <ac:spMkLst>
            <pc:docMk/>
            <pc:sldMk cId="4098598360" sldId="301"/>
            <ac:spMk id="7" creationId="{EEA3CD8F-CCFF-B310-C7A4-34A5DBD828D4}"/>
          </ac:spMkLst>
        </pc:spChg>
        <pc:spChg chg="add mod">
          <ac:chgData name="Ciara Brown" userId="S::40295892@ads.qub.ac.uk::5376d550-e101-45d3-8d52-a15e785c6338" providerId="AD" clId="Web-{295D486E-A071-4DC7-0BB4-0A0F9C9122CE}" dt="2025-12-16T18:56:49.442" v="45" actId="20577"/>
          <ac:spMkLst>
            <pc:docMk/>
            <pc:sldMk cId="4098598360" sldId="301"/>
            <ac:spMk id="10" creationId="{6724FC74-F6BD-7B92-2139-B5C94BA4A873}"/>
          </ac:spMkLst>
        </pc:spChg>
      </pc:sldChg>
    </pc:docChg>
  </pc:docChgLst>
  <pc:docChgLst>
    <pc:chgData name="Kendrick Kendrick" userId="S::40274936@ads.qub.ac.uk::70640412-34f1-4e49-badf-c024b3963d59" providerId="AD" clId="Web-{5DF3CD54-5585-0DE4-35F7-1956FFAB718F}"/>
    <pc:docChg chg="modSld">
      <pc:chgData name="Kendrick Kendrick" userId="S::40274936@ads.qub.ac.uk::70640412-34f1-4e49-badf-c024b3963d59" providerId="AD" clId="Web-{5DF3CD54-5585-0DE4-35F7-1956FFAB718F}" dt="2025-11-17T14:29:32.417" v="43" actId="20577"/>
      <pc:docMkLst>
        <pc:docMk/>
      </pc:docMkLst>
      <pc:sldChg chg="modSp">
        <pc:chgData name="Kendrick Kendrick" userId="S::40274936@ads.qub.ac.uk::70640412-34f1-4e49-badf-c024b3963d59" providerId="AD" clId="Web-{5DF3CD54-5585-0DE4-35F7-1956FFAB718F}" dt="2025-11-17T14:29:32.417" v="43" actId="20577"/>
        <pc:sldMkLst>
          <pc:docMk/>
          <pc:sldMk cId="1937340273" sldId="260"/>
        </pc:sldMkLst>
        <pc:spChg chg="mod">
          <ac:chgData name="Kendrick Kendrick" userId="S::40274936@ads.qub.ac.uk::70640412-34f1-4e49-badf-c024b3963d59" providerId="AD" clId="Web-{5DF3CD54-5585-0DE4-35F7-1956FFAB718F}" dt="2025-11-17T14:29:32.417" v="43" actId="20577"/>
          <ac:spMkLst>
            <pc:docMk/>
            <pc:sldMk cId="1937340273" sldId="260"/>
            <ac:spMk id="2" creationId="{90D1DB20-7DE2-104C-FDC7-84F19F022479}"/>
          </ac:spMkLst>
        </pc:spChg>
      </pc:sldChg>
    </pc:docChg>
  </pc:docChgLst>
  <pc:docChgLst>
    <pc:chgData name="Kendrick Kendrick" userId="S::40274936@ads.qub.ac.uk::70640412-34f1-4e49-badf-c024b3963d59" providerId="AD" clId="Web-{DBC68B43-A88B-4B21-EC86-F27B26D16542}"/>
    <pc:docChg chg="addSld modSld">
      <pc:chgData name="Kendrick Kendrick" userId="S::40274936@ads.qub.ac.uk::70640412-34f1-4e49-badf-c024b3963d59" providerId="AD" clId="Web-{DBC68B43-A88B-4B21-EC86-F27B26D16542}" dt="2025-12-04T19:24:37.112" v="650" actId="1076"/>
      <pc:docMkLst>
        <pc:docMk/>
      </pc:docMkLst>
      <pc:sldChg chg="addSp delSp modSp">
        <pc:chgData name="Kendrick Kendrick" userId="S::40274936@ads.qub.ac.uk::70640412-34f1-4e49-badf-c024b3963d59" providerId="AD" clId="Web-{DBC68B43-A88B-4B21-EC86-F27B26D16542}" dt="2025-12-04T19:24:37.112" v="650" actId="1076"/>
        <pc:sldMkLst>
          <pc:docMk/>
          <pc:sldMk cId="1937340273" sldId="260"/>
        </pc:sldMkLst>
        <pc:spChg chg="mod">
          <ac:chgData name="Kendrick Kendrick" userId="S::40274936@ads.qub.ac.uk::70640412-34f1-4e49-badf-c024b3963d59" providerId="AD" clId="Web-{DBC68B43-A88B-4B21-EC86-F27B26D16542}" dt="2025-12-04T19:00:28.705" v="92" actId="20577"/>
          <ac:spMkLst>
            <pc:docMk/>
            <pc:sldMk cId="1937340273" sldId="260"/>
            <ac:spMk id="2" creationId="{90D1DB20-7DE2-104C-FDC7-84F19F022479}"/>
          </ac:spMkLst>
        </pc:spChg>
        <pc:spChg chg="add mod">
          <ac:chgData name="Kendrick Kendrick" userId="S::40274936@ads.qub.ac.uk::70640412-34f1-4e49-badf-c024b3963d59" providerId="AD" clId="Web-{DBC68B43-A88B-4B21-EC86-F27B26D16542}" dt="2025-12-04T19:17:38.268" v="649" actId="20577"/>
          <ac:spMkLst>
            <pc:docMk/>
            <pc:sldMk cId="1937340273" sldId="260"/>
            <ac:spMk id="11" creationId="{A3FF6920-C679-D7B7-8CA6-5B6ECF5513E3}"/>
          </ac:spMkLst>
        </pc:spChg>
        <pc:picChg chg="add mod ord">
          <ac:chgData name="Kendrick Kendrick" userId="S::40274936@ads.qub.ac.uk::70640412-34f1-4e49-badf-c024b3963d59" providerId="AD" clId="Web-{DBC68B43-A88B-4B21-EC86-F27B26D16542}" dt="2025-12-04T19:24:37.112" v="650" actId="1076"/>
          <ac:picMkLst>
            <pc:docMk/>
            <pc:sldMk cId="1937340273" sldId="260"/>
            <ac:picMk id="9" creationId="{F0317365-1D6A-F296-F538-477123DF13D0}"/>
          </ac:picMkLst>
        </pc:picChg>
      </pc:sldChg>
      <pc:sldChg chg="delSp modSp">
        <pc:chgData name="Kendrick Kendrick" userId="S::40274936@ads.qub.ac.uk::70640412-34f1-4e49-badf-c024b3963d59" providerId="AD" clId="Web-{DBC68B43-A88B-4B21-EC86-F27B26D16542}" dt="2025-12-04T18:35:51.445" v="25"/>
        <pc:sldMkLst>
          <pc:docMk/>
          <pc:sldMk cId="2541104513" sldId="264"/>
        </pc:sldMkLst>
      </pc:sldChg>
      <pc:sldChg chg="addSp delSp modSp new">
        <pc:chgData name="Kendrick Kendrick" userId="S::40274936@ads.qub.ac.uk::70640412-34f1-4e49-badf-c024b3963d59" providerId="AD" clId="Web-{DBC68B43-A88B-4B21-EC86-F27B26D16542}" dt="2025-12-04T18:37:23.196" v="48" actId="14100"/>
        <pc:sldMkLst>
          <pc:docMk/>
          <pc:sldMk cId="620870971" sldId="273"/>
        </pc:sldMkLst>
        <pc:spChg chg="add mod">
          <ac:chgData name="Kendrick Kendrick" userId="S::40274936@ads.qub.ac.uk::70640412-34f1-4e49-badf-c024b3963d59" providerId="AD" clId="Web-{DBC68B43-A88B-4B21-EC86-F27B26D16542}" dt="2025-12-04T18:37:17.493" v="46" actId="14100"/>
          <ac:spMkLst>
            <pc:docMk/>
            <pc:sldMk cId="620870971" sldId="273"/>
            <ac:spMk id="7" creationId="{0AF182DA-60D4-FF37-7910-F19F89F3634B}"/>
          </ac:spMkLst>
        </pc:spChg>
        <pc:spChg chg="add mod">
          <ac:chgData name="Kendrick Kendrick" userId="S::40274936@ads.qub.ac.uk::70640412-34f1-4e49-badf-c024b3963d59" providerId="AD" clId="Web-{DBC68B43-A88B-4B21-EC86-F27B26D16542}" dt="2025-12-04T18:37:14.602" v="45" actId="1076"/>
          <ac:spMkLst>
            <pc:docMk/>
            <pc:sldMk cId="620870971" sldId="273"/>
            <ac:spMk id="9" creationId="{6017DAAA-BDBB-29CE-0483-E49B059B1C86}"/>
          </ac:spMkLst>
        </pc:spChg>
        <pc:spChg chg="add mod">
          <ac:chgData name="Kendrick Kendrick" userId="S::40274936@ads.qub.ac.uk::70640412-34f1-4e49-badf-c024b3963d59" providerId="AD" clId="Web-{DBC68B43-A88B-4B21-EC86-F27B26D16542}" dt="2025-12-04T18:36:53.852" v="38" actId="1076"/>
          <ac:spMkLst>
            <pc:docMk/>
            <pc:sldMk cId="620870971" sldId="273"/>
            <ac:spMk id="10" creationId="{AEFC6411-8958-5607-9097-3FFE56020039}"/>
          </ac:spMkLst>
        </pc:spChg>
        <pc:spChg chg="add mod">
          <ac:chgData name="Kendrick Kendrick" userId="S::40274936@ads.qub.ac.uk::70640412-34f1-4e49-badf-c024b3963d59" providerId="AD" clId="Web-{DBC68B43-A88B-4B21-EC86-F27B26D16542}" dt="2025-12-04T18:36:42.211" v="37" actId="1076"/>
          <ac:spMkLst>
            <pc:docMk/>
            <pc:sldMk cId="620870971" sldId="273"/>
            <ac:spMk id="12" creationId="{BB25F521-140B-CE3F-A092-936EAA0892AA}"/>
          </ac:spMkLst>
        </pc:spChg>
        <pc:picChg chg="add mod">
          <ac:chgData name="Kendrick Kendrick" userId="S::40274936@ads.qub.ac.uk::70640412-34f1-4e49-badf-c024b3963d59" providerId="AD" clId="Web-{DBC68B43-A88B-4B21-EC86-F27B26D16542}" dt="2025-12-04T18:37:23.196" v="48" actId="14100"/>
          <ac:picMkLst>
            <pc:docMk/>
            <pc:sldMk cId="620870971" sldId="273"/>
            <ac:picMk id="8" creationId="{EF281064-5A8D-C879-7794-993733D49C2A}"/>
          </ac:picMkLst>
        </pc:picChg>
      </pc:sldChg>
      <pc:sldChg chg="addSp delSp modSp add replId">
        <pc:chgData name="Kendrick Kendrick" userId="S::40274936@ads.qub.ac.uk::70640412-34f1-4e49-badf-c024b3963d59" providerId="AD" clId="Web-{DBC68B43-A88B-4B21-EC86-F27B26D16542}" dt="2025-12-04T19:09:51.475" v="183" actId="1076"/>
        <pc:sldMkLst>
          <pc:docMk/>
          <pc:sldMk cId="664851472" sldId="274"/>
        </pc:sldMkLst>
        <pc:spChg chg="mod">
          <ac:chgData name="Kendrick Kendrick" userId="S::40274936@ads.qub.ac.uk::70640412-34f1-4e49-badf-c024b3963d59" providerId="AD" clId="Web-{DBC68B43-A88B-4B21-EC86-F27B26D16542}" dt="2025-12-04T18:57:17.572" v="53" actId="14100"/>
          <ac:spMkLst>
            <pc:docMk/>
            <pc:sldMk cId="664851472" sldId="274"/>
            <ac:spMk id="2" creationId="{DEC1A674-225E-5D34-5879-0E0EC936E9E7}"/>
          </ac:spMkLst>
        </pc:spChg>
        <pc:spChg chg="add mod">
          <ac:chgData name="Kendrick Kendrick" userId="S::40274936@ads.qub.ac.uk::70640412-34f1-4e49-badf-c024b3963d59" providerId="AD" clId="Web-{DBC68B43-A88B-4B21-EC86-F27B26D16542}" dt="2025-12-04T19:09:51.475" v="183" actId="1076"/>
          <ac:spMkLst>
            <pc:docMk/>
            <pc:sldMk cId="664851472" sldId="274"/>
            <ac:spMk id="9" creationId="{E474F1C2-8EF1-F589-311C-FE8520DE0F85}"/>
          </ac:spMkLst>
        </pc:spChg>
        <pc:picChg chg="add mod">
          <ac:chgData name="Kendrick Kendrick" userId="S::40274936@ads.qub.ac.uk::70640412-34f1-4e49-badf-c024b3963d59" providerId="AD" clId="Web-{DBC68B43-A88B-4B21-EC86-F27B26D16542}" dt="2025-12-04T19:05:05.156" v="173" actId="1076"/>
          <ac:picMkLst>
            <pc:docMk/>
            <pc:sldMk cId="664851472" sldId="274"/>
            <ac:picMk id="7" creationId="{C224D7BB-5E64-A700-BF7C-455FF896CF1A}"/>
          </ac:picMkLst>
        </pc:picChg>
      </pc:sldChg>
    </pc:docChg>
  </pc:docChgLst>
  <pc:docChgLst>
    <pc:chgData name="Utkarsh Awasthi" userId="S::40490288@ads.qub.ac.uk::ad4f256f-da97-4041-8145-32bceb3f78cb" providerId="AD" clId="Web-{1EB5F62D-5903-2280-C966-E5CFB7466E44}"/>
    <pc:docChg chg="modSld">
      <pc:chgData name="Utkarsh Awasthi" userId="S::40490288@ads.qub.ac.uk::ad4f256f-da97-4041-8145-32bceb3f78cb" providerId="AD" clId="Web-{1EB5F62D-5903-2280-C966-E5CFB7466E44}" dt="2025-12-12T19:10:43.776" v="16" actId="20577"/>
      <pc:docMkLst>
        <pc:docMk/>
      </pc:docMkLst>
      <pc:sldChg chg="modSp">
        <pc:chgData name="Utkarsh Awasthi" userId="S::40490288@ads.qub.ac.uk::ad4f256f-da97-4041-8145-32bceb3f78cb" providerId="AD" clId="Web-{1EB5F62D-5903-2280-C966-E5CFB7466E44}" dt="2025-12-12T19:08:22.382" v="3" actId="20577"/>
        <pc:sldMkLst>
          <pc:docMk/>
          <pc:sldMk cId="4100215138" sldId="262"/>
        </pc:sldMkLst>
        <pc:spChg chg="mod">
          <ac:chgData name="Utkarsh Awasthi" userId="S::40490288@ads.qub.ac.uk::ad4f256f-da97-4041-8145-32bceb3f78cb" providerId="AD" clId="Web-{1EB5F62D-5903-2280-C966-E5CFB7466E44}" dt="2025-12-12T19:08:22.382" v="3" actId="20577"/>
          <ac:spMkLst>
            <pc:docMk/>
            <pc:sldMk cId="4100215138" sldId="262"/>
            <ac:spMk id="3" creationId="{8686B4D6-6D8E-DDC8-1381-4E16A03419C7}"/>
          </ac:spMkLst>
        </pc:spChg>
      </pc:sldChg>
      <pc:sldChg chg="modSp">
        <pc:chgData name="Utkarsh Awasthi" userId="S::40490288@ads.qub.ac.uk::ad4f256f-da97-4041-8145-32bceb3f78cb" providerId="AD" clId="Web-{1EB5F62D-5903-2280-C966-E5CFB7466E44}" dt="2025-12-12T19:10:43.776" v="16" actId="20577"/>
        <pc:sldMkLst>
          <pc:docMk/>
          <pc:sldMk cId="617160336" sldId="276"/>
        </pc:sldMkLst>
        <pc:spChg chg="mod">
          <ac:chgData name="Utkarsh Awasthi" userId="S::40490288@ads.qub.ac.uk::ad4f256f-da97-4041-8145-32bceb3f78cb" providerId="AD" clId="Web-{1EB5F62D-5903-2280-C966-E5CFB7466E44}" dt="2025-12-12T19:10:43.776" v="16" actId="20577"/>
          <ac:spMkLst>
            <pc:docMk/>
            <pc:sldMk cId="617160336" sldId="276"/>
            <ac:spMk id="3" creationId="{1A01E45E-EA6F-DEF9-925E-B8DF0ED7D5BC}"/>
          </ac:spMkLst>
        </pc:spChg>
      </pc:sldChg>
    </pc:docChg>
  </pc:docChgLst>
  <pc:docChgLst>
    <pc:chgData name="Colleen Meaney" userId="S::15175057@ads.qub.ac.uk::d709b9b8-0c85-45c8-8c21-5959159c4410" providerId="AD" clId="Web-{E10E3358-5936-8585-A5DC-B573416470CB}"/>
    <pc:docChg chg="addSld delSld modSld">
      <pc:chgData name="Colleen Meaney" userId="S::15175057@ads.qub.ac.uk::d709b9b8-0c85-45c8-8c21-5959159c4410" providerId="AD" clId="Web-{E10E3358-5936-8585-A5DC-B573416470CB}" dt="2025-12-17T10:08:55.736" v="2468"/>
      <pc:docMkLst>
        <pc:docMk/>
      </pc:docMkLst>
      <pc:sldChg chg="addSp delSp modSp">
        <pc:chgData name="Colleen Meaney" userId="S::15175057@ads.qub.ac.uk::d709b9b8-0c85-45c8-8c21-5959159c4410" providerId="AD" clId="Web-{E10E3358-5936-8585-A5DC-B573416470CB}" dt="2025-12-17T10:06:53.547" v="2466" actId="1076"/>
        <pc:sldMkLst>
          <pc:docMk/>
          <pc:sldMk cId="3724315915" sldId="256"/>
        </pc:sldMkLst>
        <pc:spChg chg="mod">
          <ac:chgData name="Colleen Meaney" userId="S::15175057@ads.qub.ac.uk::d709b9b8-0c85-45c8-8c21-5959159c4410" providerId="AD" clId="Web-{E10E3358-5936-8585-A5DC-B573416470CB}" dt="2025-12-17T01:34:09.895" v="2450" actId="1076"/>
          <ac:spMkLst>
            <pc:docMk/>
            <pc:sldMk cId="3724315915" sldId="256"/>
            <ac:spMk id="2" creationId="{6CBA0981-7AA0-1741-D527-BABC5C0F5A32}"/>
          </ac:spMkLst>
        </pc:spChg>
        <pc:spChg chg="add mod">
          <ac:chgData name="Colleen Meaney" userId="S::15175057@ads.qub.ac.uk::d709b9b8-0c85-45c8-8c21-5959159c4410" providerId="AD" clId="Web-{E10E3358-5936-8585-A5DC-B573416470CB}" dt="2025-12-17T01:34:32.099" v="2452" actId="1076"/>
          <ac:spMkLst>
            <pc:docMk/>
            <pc:sldMk cId="3724315915" sldId="256"/>
            <ac:spMk id="5" creationId="{B06F5C22-DAB9-39ED-6636-7EC01F70735F}"/>
          </ac:spMkLst>
        </pc:spChg>
        <pc:spChg chg="add mod">
          <ac:chgData name="Colleen Meaney" userId="S::15175057@ads.qub.ac.uk::d709b9b8-0c85-45c8-8c21-5959159c4410" providerId="AD" clId="Web-{E10E3358-5936-8585-A5DC-B573416470CB}" dt="2025-12-17T10:06:53.547" v="2466" actId="1076"/>
          <ac:spMkLst>
            <pc:docMk/>
            <pc:sldMk cId="3724315915" sldId="256"/>
            <ac:spMk id="6" creationId="{B6C2C201-BA46-9DD0-5B10-366B03F8FFD3}"/>
          </ac:spMkLst>
        </pc:spChg>
        <pc:spChg chg="add mod">
          <ac:chgData name="Colleen Meaney" userId="S::15175057@ads.qub.ac.uk::d709b9b8-0c85-45c8-8c21-5959159c4410" providerId="AD" clId="Web-{E10E3358-5936-8585-A5DC-B573416470CB}" dt="2025-12-17T10:06:49.406" v="2465" actId="1076"/>
          <ac:spMkLst>
            <pc:docMk/>
            <pc:sldMk cId="3724315915" sldId="256"/>
            <ac:spMk id="7" creationId="{8389175F-68D1-9B83-92EB-2B7365B79146}"/>
          </ac:spMkLst>
        </pc:spChg>
        <pc:spChg chg="add del mod">
          <ac:chgData name="Colleen Meaney" userId="S::15175057@ads.qub.ac.uk::d709b9b8-0c85-45c8-8c21-5959159c4410" providerId="AD" clId="Web-{E10E3358-5936-8585-A5DC-B573416470CB}" dt="2025-12-17T10:06:42.265" v="2464"/>
          <ac:spMkLst>
            <pc:docMk/>
            <pc:sldMk cId="3724315915" sldId="256"/>
            <ac:spMk id="8" creationId="{1139D55C-A7DD-C1B8-EB67-36414FD31D01}"/>
          </ac:spMkLst>
        </pc:spChg>
        <pc:picChg chg="mod">
          <ac:chgData name="Colleen Meaney" userId="S::15175057@ads.qub.ac.uk::d709b9b8-0c85-45c8-8c21-5959159c4410" providerId="AD" clId="Web-{E10E3358-5936-8585-A5DC-B573416470CB}" dt="2025-12-17T01:34:02.738" v="2449" actId="1076"/>
          <ac:picMkLst>
            <pc:docMk/>
            <pc:sldMk cId="3724315915" sldId="256"/>
            <ac:picMk id="4" creationId="{F35182BC-038F-55C9-371F-BE88DFDA296D}"/>
          </ac:picMkLst>
        </pc:picChg>
      </pc:sldChg>
      <pc:sldChg chg="del">
        <pc:chgData name="Colleen Meaney" userId="S::15175057@ads.qub.ac.uk::d709b9b8-0c85-45c8-8c21-5959159c4410" providerId="AD" clId="Web-{E10E3358-5936-8585-A5DC-B573416470CB}" dt="2025-12-17T10:08:55.736" v="2468"/>
        <pc:sldMkLst>
          <pc:docMk/>
          <pc:sldMk cId="3541714444" sldId="257"/>
        </pc:sldMkLst>
      </pc:sldChg>
      <pc:sldChg chg="addSp delSp modSp">
        <pc:chgData name="Colleen Meaney" userId="S::15175057@ads.qub.ac.uk::d709b9b8-0c85-45c8-8c21-5959159c4410" providerId="AD" clId="Web-{E10E3358-5936-8585-A5DC-B573416470CB}" dt="2025-12-17T01:07:35.576" v="1317" actId="20577"/>
        <pc:sldMkLst>
          <pc:docMk/>
          <pc:sldMk cId="2540938127" sldId="281"/>
        </pc:sldMkLst>
        <pc:spChg chg="mod">
          <ac:chgData name="Colleen Meaney" userId="S::15175057@ads.qub.ac.uk::d709b9b8-0c85-45c8-8c21-5959159c4410" providerId="AD" clId="Web-{E10E3358-5936-8585-A5DC-B573416470CB}" dt="2025-12-17T01:07:35.576" v="1317" actId="20577"/>
          <ac:spMkLst>
            <pc:docMk/>
            <pc:sldMk cId="2540938127" sldId="281"/>
            <ac:spMk id="2" creationId="{8035D05F-2415-355B-B65C-FED3240ECF92}"/>
          </ac:spMkLst>
        </pc:spChg>
        <pc:spChg chg="mod">
          <ac:chgData name="Colleen Meaney" userId="S::15175057@ads.qub.ac.uk::d709b9b8-0c85-45c8-8c21-5959159c4410" providerId="AD" clId="Web-{E10E3358-5936-8585-A5DC-B573416470CB}" dt="2025-12-17T00:34:01.461" v="474" actId="1076"/>
          <ac:spMkLst>
            <pc:docMk/>
            <pc:sldMk cId="2540938127" sldId="281"/>
            <ac:spMk id="4" creationId="{DF29A195-ACBC-115F-71B8-1789AD2782D6}"/>
          </ac:spMkLst>
        </pc:spChg>
        <pc:spChg chg="mod">
          <ac:chgData name="Colleen Meaney" userId="S::15175057@ads.qub.ac.uk::d709b9b8-0c85-45c8-8c21-5959159c4410" providerId="AD" clId="Web-{E10E3358-5936-8585-A5DC-B573416470CB}" dt="2025-12-17T00:33:54.555" v="473" actId="20577"/>
          <ac:spMkLst>
            <pc:docMk/>
            <pc:sldMk cId="2540938127" sldId="281"/>
            <ac:spMk id="6" creationId="{A3593281-4EC6-2CB5-D2F3-A1BAE56968E3}"/>
          </ac:spMkLst>
        </pc:spChg>
        <pc:spChg chg="add mod">
          <ac:chgData name="Colleen Meaney" userId="S::15175057@ads.qub.ac.uk::d709b9b8-0c85-45c8-8c21-5959159c4410" providerId="AD" clId="Web-{E10E3358-5936-8585-A5DC-B573416470CB}" dt="2025-12-17T00:33:11.289" v="459" actId="20577"/>
          <ac:spMkLst>
            <pc:docMk/>
            <pc:sldMk cId="2540938127" sldId="281"/>
            <ac:spMk id="16" creationId="{749AF368-C491-04C9-2344-4CE10D5EDD29}"/>
          </ac:spMkLst>
        </pc:spChg>
        <pc:graphicFrameChg chg="add mod modGraphic">
          <ac:chgData name="Colleen Meaney" userId="S::15175057@ads.qub.ac.uk::d709b9b8-0c85-45c8-8c21-5959159c4410" providerId="AD" clId="Web-{E10E3358-5936-8585-A5DC-B573416470CB}" dt="2025-12-17T00:33:40.305" v="464"/>
          <ac:graphicFrameMkLst>
            <pc:docMk/>
            <pc:sldMk cId="2540938127" sldId="281"/>
            <ac:graphicFrameMk id="7" creationId="{BC64EE68-7753-CF57-BC38-DCE01A43B004}"/>
          </ac:graphicFrameMkLst>
        </pc:graphicFrameChg>
        <pc:graphicFrameChg chg="del modGraphic">
          <ac:chgData name="Colleen Meaney" userId="S::15175057@ads.qub.ac.uk::d709b9b8-0c85-45c8-8c21-5959159c4410" providerId="AD" clId="Web-{E10E3358-5936-8585-A5DC-B573416470CB}" dt="2025-12-17T00:25:16.941" v="45"/>
          <ac:graphicFrameMkLst>
            <pc:docMk/>
            <pc:sldMk cId="2540938127" sldId="281"/>
            <ac:graphicFrameMk id="13" creationId="{EAFDE40B-2EEC-93CE-3491-969A2F854C51}"/>
          </ac:graphicFrameMkLst>
        </pc:graphicFrameChg>
        <pc:graphicFrameChg chg="add del mod">
          <ac:chgData name="Colleen Meaney" userId="S::15175057@ads.qub.ac.uk::d709b9b8-0c85-45c8-8c21-5959159c4410" providerId="AD" clId="Web-{E10E3358-5936-8585-A5DC-B573416470CB}" dt="2025-12-17T00:26:47.635" v="57"/>
          <ac:graphicFrameMkLst>
            <pc:docMk/>
            <pc:sldMk cId="2540938127" sldId="281"/>
            <ac:graphicFrameMk id="15" creationId="{09DCF330-8905-6647-524B-D8C08EBAE468}"/>
          </ac:graphicFrameMkLst>
        </pc:graphicFrameChg>
      </pc:sldChg>
      <pc:sldChg chg="addSp modSp">
        <pc:chgData name="Colleen Meaney" userId="S::15175057@ads.qub.ac.uk::d709b9b8-0c85-45c8-8c21-5959159c4410" providerId="AD" clId="Web-{E10E3358-5936-8585-A5DC-B573416470CB}" dt="2025-12-17T00:46:48.012" v="723" actId="1076"/>
        <pc:sldMkLst>
          <pc:docMk/>
          <pc:sldMk cId="2747094776" sldId="282"/>
        </pc:sldMkLst>
        <pc:spChg chg="mod">
          <ac:chgData name="Colleen Meaney" userId="S::15175057@ads.qub.ac.uk::d709b9b8-0c85-45c8-8c21-5959159c4410" providerId="AD" clId="Web-{E10E3358-5936-8585-A5DC-B573416470CB}" dt="2025-12-17T00:35:31.260" v="511" actId="20577"/>
          <ac:spMkLst>
            <pc:docMk/>
            <pc:sldMk cId="2747094776" sldId="282"/>
            <ac:spMk id="2" creationId="{8035D05F-2415-355B-B65C-FED3240ECF92}"/>
          </ac:spMkLst>
        </pc:spChg>
        <pc:spChg chg="mod">
          <ac:chgData name="Colleen Meaney" userId="S::15175057@ads.qub.ac.uk::d709b9b8-0c85-45c8-8c21-5959159c4410" providerId="AD" clId="Web-{E10E3358-5936-8585-A5DC-B573416470CB}" dt="2025-12-17T00:46:48.012" v="723" actId="1076"/>
          <ac:spMkLst>
            <pc:docMk/>
            <pc:sldMk cId="2747094776" sldId="282"/>
            <ac:spMk id="3" creationId="{B0EBB662-7F37-D63A-FFD4-B35966921DFF}"/>
          </ac:spMkLst>
        </pc:spChg>
        <pc:spChg chg="mod">
          <ac:chgData name="Colleen Meaney" userId="S::15175057@ads.qub.ac.uk::d709b9b8-0c85-45c8-8c21-5959159c4410" providerId="AD" clId="Web-{E10E3358-5936-8585-A5DC-B573416470CB}" dt="2025-12-17T00:35:17.994" v="510" actId="20577"/>
          <ac:spMkLst>
            <pc:docMk/>
            <pc:sldMk cId="2747094776" sldId="282"/>
            <ac:spMk id="6" creationId="{A3593281-4EC6-2CB5-D2F3-A1BAE56968E3}"/>
          </ac:spMkLst>
        </pc:spChg>
        <pc:spChg chg="mod">
          <ac:chgData name="Colleen Meaney" userId="S::15175057@ads.qub.ac.uk::d709b9b8-0c85-45c8-8c21-5959159c4410" providerId="AD" clId="Web-{E10E3358-5936-8585-A5DC-B573416470CB}" dt="2025-12-17T00:38:42.950" v="598" actId="20577"/>
          <ac:spMkLst>
            <pc:docMk/>
            <pc:sldMk cId="2747094776" sldId="282"/>
            <ac:spMk id="9" creationId="{9B397B65-9E46-AEF9-20E4-7B379B405BF5}"/>
          </ac:spMkLst>
        </pc:spChg>
        <pc:picChg chg="add mod">
          <ac:chgData name="Colleen Meaney" userId="S::15175057@ads.qub.ac.uk::d709b9b8-0c85-45c8-8c21-5959159c4410" providerId="AD" clId="Web-{E10E3358-5936-8585-A5DC-B573416470CB}" dt="2025-12-17T00:34:40.696" v="476" actId="1076"/>
          <ac:picMkLst>
            <pc:docMk/>
            <pc:sldMk cId="2747094776" sldId="282"/>
            <ac:picMk id="4" creationId="{E4E6FDDD-2198-82B3-2C37-1C184D34ADA9}"/>
          </ac:picMkLst>
        </pc:picChg>
      </pc:sldChg>
      <pc:sldChg chg="addSp delSp modSp">
        <pc:chgData name="Colleen Meaney" userId="S::15175057@ads.qub.ac.uk::d709b9b8-0c85-45c8-8c21-5959159c4410" providerId="AD" clId="Web-{E10E3358-5936-8585-A5DC-B573416470CB}" dt="2025-12-17T01:07:24.326" v="1316" actId="20577"/>
        <pc:sldMkLst>
          <pc:docMk/>
          <pc:sldMk cId="3640691173" sldId="283"/>
        </pc:sldMkLst>
        <pc:spChg chg="mod">
          <ac:chgData name="Colleen Meaney" userId="S::15175057@ads.qub.ac.uk::d709b9b8-0c85-45c8-8c21-5959159c4410" providerId="AD" clId="Web-{E10E3358-5936-8585-A5DC-B573416470CB}" dt="2025-12-17T01:07:24.326" v="1316" actId="20577"/>
          <ac:spMkLst>
            <pc:docMk/>
            <pc:sldMk cId="3640691173" sldId="283"/>
            <ac:spMk id="2" creationId="{8035D05F-2415-355B-B65C-FED3240ECF92}"/>
          </ac:spMkLst>
        </pc:spChg>
        <pc:spChg chg="mod">
          <ac:chgData name="Colleen Meaney" userId="S::15175057@ads.qub.ac.uk::d709b9b8-0c85-45c8-8c21-5959159c4410" providerId="AD" clId="Web-{E10E3358-5936-8585-A5DC-B573416470CB}" dt="2025-12-17T01:03:01.694" v="1289" actId="1076"/>
          <ac:spMkLst>
            <pc:docMk/>
            <pc:sldMk cId="3640691173" sldId="283"/>
            <ac:spMk id="3" creationId="{B0EBB662-7F37-D63A-FFD4-B35966921DFF}"/>
          </ac:spMkLst>
        </pc:spChg>
        <pc:spChg chg="mod">
          <ac:chgData name="Colleen Meaney" userId="S::15175057@ads.qub.ac.uk::d709b9b8-0c85-45c8-8c21-5959159c4410" providerId="AD" clId="Web-{E10E3358-5936-8585-A5DC-B573416470CB}" dt="2025-12-17T01:03:55.008" v="1297" actId="1076"/>
          <ac:spMkLst>
            <pc:docMk/>
            <pc:sldMk cId="3640691173" sldId="283"/>
            <ac:spMk id="6" creationId="{A3593281-4EC6-2CB5-D2F3-A1BAE56968E3}"/>
          </ac:spMkLst>
        </pc:spChg>
        <pc:spChg chg="mod">
          <ac:chgData name="Colleen Meaney" userId="S::15175057@ads.qub.ac.uk::d709b9b8-0c85-45c8-8c21-5959159c4410" providerId="AD" clId="Web-{E10E3358-5936-8585-A5DC-B573416470CB}" dt="2025-12-17T00:59:51.778" v="1093" actId="20577"/>
          <ac:spMkLst>
            <pc:docMk/>
            <pc:sldMk cId="3640691173" sldId="283"/>
            <ac:spMk id="9" creationId="{9B397B65-9E46-AEF9-20E4-7B379B405BF5}"/>
          </ac:spMkLst>
        </pc:spChg>
        <pc:spChg chg="add del">
          <ac:chgData name="Colleen Meaney" userId="S::15175057@ads.qub.ac.uk::d709b9b8-0c85-45c8-8c21-5959159c4410" providerId="AD" clId="Web-{E10E3358-5936-8585-A5DC-B573416470CB}" dt="2025-12-17T01:03:33.898" v="1291"/>
          <ac:spMkLst>
            <pc:docMk/>
            <pc:sldMk cId="3640691173" sldId="283"/>
            <ac:spMk id="13" creationId="{5D4D16DB-E811-C2FA-E841-16DAC08D0FC9}"/>
          </ac:spMkLst>
        </pc:spChg>
        <pc:spChg chg="add mod">
          <ac:chgData name="Colleen Meaney" userId="S::15175057@ads.qub.ac.uk::d709b9b8-0c85-45c8-8c21-5959159c4410" providerId="AD" clId="Web-{E10E3358-5936-8585-A5DC-B573416470CB}" dt="2025-12-17T01:04:10.681" v="1300" actId="20577"/>
          <ac:spMkLst>
            <pc:docMk/>
            <pc:sldMk cId="3640691173" sldId="283"/>
            <ac:spMk id="14" creationId="{D7965C7E-4CC2-CCFA-7789-EE814D5BD585}"/>
          </ac:spMkLst>
        </pc:spChg>
        <pc:graphicFrameChg chg="add mod modGraphic">
          <ac:chgData name="Colleen Meaney" userId="S::15175057@ads.qub.ac.uk::d709b9b8-0c85-45c8-8c21-5959159c4410" providerId="AD" clId="Web-{E10E3358-5936-8585-A5DC-B573416470CB}" dt="2025-12-17T01:03:46.758" v="1295" actId="1076"/>
          <ac:graphicFrameMkLst>
            <pc:docMk/>
            <pc:sldMk cId="3640691173" sldId="283"/>
            <ac:graphicFrameMk id="7" creationId="{E811012C-BB58-1D6E-48CA-E10CCA7D993E}"/>
          </ac:graphicFrameMkLst>
        </pc:graphicFrameChg>
        <pc:picChg chg="del mod">
          <ac:chgData name="Colleen Meaney" userId="S::15175057@ads.qub.ac.uk::d709b9b8-0c85-45c8-8c21-5959159c4410" providerId="AD" clId="Web-{E10E3358-5936-8585-A5DC-B573416470CB}" dt="2025-12-17T00:49:19.391" v="783"/>
          <ac:picMkLst>
            <pc:docMk/>
            <pc:sldMk cId="3640691173" sldId="283"/>
            <ac:picMk id="4" creationId="{9D58C08C-7F1C-9F90-74CA-B885D4E0F00D}"/>
          </ac:picMkLst>
        </pc:picChg>
      </pc:sldChg>
      <pc:sldChg chg="addSp delSp modSp">
        <pc:chgData name="Colleen Meaney" userId="S::15175057@ads.qub.ac.uk::d709b9b8-0c85-45c8-8c21-5959159c4410" providerId="AD" clId="Web-{E10E3358-5936-8585-A5DC-B573416470CB}" dt="2025-12-17T01:22:02.795" v="2354"/>
        <pc:sldMkLst>
          <pc:docMk/>
          <pc:sldMk cId="188387680" sldId="284"/>
        </pc:sldMkLst>
        <pc:spChg chg="mod">
          <ac:chgData name="Colleen Meaney" userId="S::15175057@ads.qub.ac.uk::d709b9b8-0c85-45c8-8c21-5959159c4410" providerId="AD" clId="Web-{E10E3358-5936-8585-A5DC-B573416470CB}" dt="2025-12-17T01:08:28.890" v="1346" actId="20577"/>
          <ac:spMkLst>
            <pc:docMk/>
            <pc:sldMk cId="188387680" sldId="284"/>
            <ac:spMk id="2" creationId="{8035D05F-2415-355B-B65C-FED3240ECF92}"/>
          </ac:spMkLst>
        </pc:spChg>
        <pc:spChg chg="mod">
          <ac:chgData name="Colleen Meaney" userId="S::15175057@ads.qub.ac.uk::d709b9b8-0c85-45c8-8c21-5959159c4410" providerId="AD" clId="Web-{E10E3358-5936-8585-A5DC-B573416470CB}" dt="2025-12-17T01:21:45.420" v="2342" actId="20577"/>
          <ac:spMkLst>
            <pc:docMk/>
            <pc:sldMk cId="188387680" sldId="284"/>
            <ac:spMk id="3" creationId="{B0EBB662-7F37-D63A-FFD4-B35966921DFF}"/>
          </ac:spMkLst>
        </pc:spChg>
        <pc:spChg chg="mod">
          <ac:chgData name="Colleen Meaney" userId="S::15175057@ads.qub.ac.uk::d709b9b8-0c85-45c8-8c21-5959159c4410" providerId="AD" clId="Web-{E10E3358-5936-8585-A5DC-B573416470CB}" dt="2025-12-17T01:20:36.746" v="2260" actId="20577"/>
          <ac:spMkLst>
            <pc:docMk/>
            <pc:sldMk cId="188387680" sldId="284"/>
            <ac:spMk id="6" creationId="{A3593281-4EC6-2CB5-D2F3-A1BAE56968E3}"/>
          </ac:spMkLst>
        </pc:spChg>
        <pc:spChg chg="mod">
          <ac:chgData name="Colleen Meaney" userId="S::15175057@ads.qub.ac.uk::d709b9b8-0c85-45c8-8c21-5959159c4410" providerId="AD" clId="Web-{E10E3358-5936-8585-A5DC-B573416470CB}" dt="2025-12-17T01:09:36.969" v="1470" actId="20577"/>
          <ac:spMkLst>
            <pc:docMk/>
            <pc:sldMk cId="188387680" sldId="284"/>
            <ac:spMk id="9" creationId="{9B397B65-9E46-AEF9-20E4-7B379B405BF5}"/>
          </ac:spMkLst>
        </pc:spChg>
        <pc:graphicFrameChg chg="add del">
          <ac:chgData name="Colleen Meaney" userId="S::15175057@ads.qub.ac.uk::d709b9b8-0c85-45c8-8c21-5959159c4410" providerId="AD" clId="Web-{E10E3358-5936-8585-A5DC-B573416470CB}" dt="2025-12-17T01:12:52.378" v="1548"/>
          <ac:graphicFrameMkLst>
            <pc:docMk/>
            <pc:sldMk cId="188387680" sldId="284"/>
            <ac:graphicFrameMk id="4" creationId="{DE75A84A-5800-1B9F-E927-1EF7F58C4CD2}"/>
          </ac:graphicFrameMkLst>
        </pc:graphicFrameChg>
        <pc:graphicFrameChg chg="add del mod modGraphic">
          <ac:chgData name="Colleen Meaney" userId="S::15175057@ads.qub.ac.uk::d709b9b8-0c85-45c8-8c21-5959159c4410" providerId="AD" clId="Web-{E10E3358-5936-8585-A5DC-B573416470CB}" dt="2025-12-17T01:13:35.332" v="1565"/>
          <ac:graphicFrameMkLst>
            <pc:docMk/>
            <pc:sldMk cId="188387680" sldId="284"/>
            <ac:graphicFrameMk id="13" creationId="{10B4870B-BB19-903E-0FB1-30456689BC88}"/>
          </ac:graphicFrameMkLst>
        </pc:graphicFrameChg>
        <pc:graphicFrameChg chg="add mod modGraphic">
          <ac:chgData name="Colleen Meaney" userId="S::15175057@ads.qub.ac.uk::d709b9b8-0c85-45c8-8c21-5959159c4410" providerId="AD" clId="Web-{E10E3358-5936-8585-A5DC-B573416470CB}" dt="2025-12-17T01:22:02.795" v="2354"/>
          <ac:graphicFrameMkLst>
            <pc:docMk/>
            <pc:sldMk cId="188387680" sldId="284"/>
            <ac:graphicFrameMk id="14" creationId="{751C31B4-A00B-1699-CF89-5917F5429175}"/>
          </ac:graphicFrameMkLst>
        </pc:graphicFrameChg>
        <pc:picChg chg="del">
          <ac:chgData name="Colleen Meaney" userId="S::15175057@ads.qub.ac.uk::d709b9b8-0c85-45c8-8c21-5959159c4410" providerId="AD" clId="Web-{E10E3358-5936-8585-A5DC-B573416470CB}" dt="2025-12-17T01:04:23.181" v="1301"/>
          <ac:picMkLst>
            <pc:docMk/>
            <pc:sldMk cId="188387680" sldId="284"/>
            <ac:picMk id="7" creationId="{F67666F4-0CCD-3BDE-A730-BBD0E2E639A9}"/>
          </ac:picMkLst>
        </pc:picChg>
      </pc:sldChg>
      <pc:sldChg chg="del">
        <pc:chgData name="Colleen Meaney" userId="S::15175057@ads.qub.ac.uk::d709b9b8-0c85-45c8-8c21-5959159c4410" providerId="AD" clId="Web-{E10E3358-5936-8585-A5DC-B573416470CB}" dt="2025-12-17T01:23:05.250" v="2355"/>
        <pc:sldMkLst>
          <pc:docMk/>
          <pc:sldMk cId="2478534414" sldId="285"/>
        </pc:sldMkLst>
      </pc:sldChg>
      <pc:sldChg chg="del">
        <pc:chgData name="Colleen Meaney" userId="S::15175057@ads.qub.ac.uk::d709b9b8-0c85-45c8-8c21-5959159c4410" providerId="AD" clId="Web-{E10E3358-5936-8585-A5DC-B573416470CB}" dt="2025-12-17T01:23:09.047" v="2356"/>
        <pc:sldMkLst>
          <pc:docMk/>
          <pc:sldMk cId="1902984050" sldId="286"/>
        </pc:sldMkLst>
      </pc:sldChg>
      <pc:sldChg chg="addSp delSp modSp">
        <pc:chgData name="Colleen Meaney" userId="S::15175057@ads.qub.ac.uk::d709b9b8-0c85-45c8-8c21-5959159c4410" providerId="AD" clId="Web-{E10E3358-5936-8585-A5DC-B573416470CB}" dt="2025-12-17T10:06:17.218" v="2463" actId="1076"/>
        <pc:sldMkLst>
          <pc:docMk/>
          <pc:sldMk cId="1212696414" sldId="287"/>
        </pc:sldMkLst>
        <pc:spChg chg="mod">
          <ac:chgData name="Colleen Meaney" userId="S::15175057@ads.qub.ac.uk::d709b9b8-0c85-45c8-8c21-5959159c4410" providerId="AD" clId="Web-{E10E3358-5936-8585-A5DC-B573416470CB}" dt="2025-12-17T10:06:10.999" v="2462" actId="1076"/>
          <ac:spMkLst>
            <pc:docMk/>
            <pc:sldMk cId="1212696414" sldId="287"/>
            <ac:spMk id="6" creationId="{A3593281-4EC6-2CB5-D2F3-A1BAE56968E3}"/>
          </ac:spMkLst>
        </pc:spChg>
        <pc:picChg chg="del mod">
          <ac:chgData name="Colleen Meaney" userId="S::15175057@ads.qub.ac.uk::d709b9b8-0c85-45c8-8c21-5959159c4410" providerId="AD" clId="Web-{E10E3358-5936-8585-A5DC-B573416470CB}" dt="2025-12-17T10:06:00.640" v="2460"/>
          <ac:picMkLst>
            <pc:docMk/>
            <pc:sldMk cId="1212696414" sldId="287"/>
            <ac:picMk id="9" creationId="{750709A0-783E-F08B-D703-83875DE0386D}"/>
          </ac:picMkLst>
        </pc:picChg>
        <pc:picChg chg="add mod">
          <ac:chgData name="Colleen Meaney" userId="S::15175057@ads.qub.ac.uk::d709b9b8-0c85-45c8-8c21-5959159c4410" providerId="AD" clId="Web-{E10E3358-5936-8585-A5DC-B573416470CB}" dt="2025-12-17T10:06:17.218" v="2463" actId="1076"/>
          <ac:picMkLst>
            <pc:docMk/>
            <pc:sldMk cId="1212696414" sldId="287"/>
            <ac:picMk id="13" creationId="{DE723AB7-5AC2-331E-17EF-10F80966C2AA}"/>
          </ac:picMkLst>
        </pc:picChg>
      </pc:sldChg>
      <pc:sldChg chg="addSp delSp modSp new del">
        <pc:chgData name="Colleen Meaney" userId="S::15175057@ads.qub.ac.uk::d709b9b8-0c85-45c8-8c21-5959159c4410" providerId="AD" clId="Web-{E10E3358-5936-8585-A5DC-B573416470CB}" dt="2025-12-17T10:07:18.188" v="2467"/>
        <pc:sldMkLst>
          <pc:docMk/>
          <pc:sldMk cId="4137415962" sldId="304"/>
        </pc:sldMkLst>
        <pc:spChg chg="del">
          <ac:chgData name="Colleen Meaney" userId="S::15175057@ads.qub.ac.uk::d709b9b8-0c85-45c8-8c21-5959159c4410" providerId="AD" clId="Web-{E10E3358-5936-8585-A5DC-B573416470CB}" dt="2025-12-17T01:36:54.653" v="2454"/>
          <ac:spMkLst>
            <pc:docMk/>
            <pc:sldMk cId="4137415962" sldId="304"/>
            <ac:spMk id="3" creationId="{7C0185FE-70DB-7E52-ED78-DA3D863F05A2}"/>
          </ac:spMkLst>
        </pc:spChg>
        <pc:picChg chg="add mod ord">
          <ac:chgData name="Colleen Meaney" userId="S::15175057@ads.qub.ac.uk::d709b9b8-0c85-45c8-8c21-5959159c4410" providerId="AD" clId="Web-{E10E3358-5936-8585-A5DC-B573416470CB}" dt="2025-12-17T01:37:02.263" v="2456" actId="1076"/>
          <ac:picMkLst>
            <pc:docMk/>
            <pc:sldMk cId="4137415962" sldId="304"/>
            <ac:picMk id="4" creationId="{6495CDE9-8DE2-982B-663A-79455FBCD98F}"/>
          </ac:picMkLst>
        </pc:picChg>
      </pc:sldChg>
    </pc:docChg>
  </pc:docChgLst>
  <pc:docChgLst>
    <pc:chgData name="Kendrick Kendrick" userId="S::40274936@ads.qub.ac.uk::70640412-34f1-4e49-badf-c024b3963d59" providerId="AD" clId="Web-{ECC05442-B74D-7ECD-B1E7-6762DE4E3CE2}"/>
    <pc:docChg chg="addSld delSld">
      <pc:chgData name="Kendrick Kendrick" userId="S::40274936@ads.qub.ac.uk::70640412-34f1-4e49-badf-c024b3963d59" providerId="AD" clId="Web-{ECC05442-B74D-7ECD-B1E7-6762DE4E3CE2}" dt="2025-12-01T14:06:12.820" v="3"/>
      <pc:docMkLst>
        <pc:docMk/>
      </pc:docMkLst>
    </pc:docChg>
  </pc:docChgLst>
  <pc:docChgLst>
    <pc:chgData name="Colleen Meaney" userId="S::15175057@ads.qub.ac.uk::d709b9b8-0c85-45c8-8c21-5959159c4410" providerId="AD" clId="Web-{B211C005-AE84-2D19-4685-50E1A5249552}"/>
    <pc:docChg chg="addSld delSld modSld sldOrd">
      <pc:chgData name="Colleen Meaney" userId="S::15175057@ads.qub.ac.uk::d709b9b8-0c85-45c8-8c21-5959159c4410" providerId="AD" clId="Web-{B211C005-AE84-2D19-4685-50E1A5249552}" dt="2025-12-17T00:20:17.236" v="2630"/>
      <pc:docMkLst>
        <pc:docMk/>
      </pc:docMkLst>
      <pc:sldChg chg="addSp delSp modSp mod setBg">
        <pc:chgData name="Colleen Meaney" userId="S::15175057@ads.qub.ac.uk::d709b9b8-0c85-45c8-8c21-5959159c4410" providerId="AD" clId="Web-{B211C005-AE84-2D19-4685-50E1A5249552}" dt="2025-12-16T14:45:13.457" v="259" actId="20577"/>
        <pc:sldMkLst>
          <pc:docMk/>
          <pc:sldMk cId="3541714444" sldId="257"/>
        </pc:sldMkLst>
        <pc:spChg chg="mod">
          <ac:chgData name="Colleen Meaney" userId="S::15175057@ads.qub.ac.uk::d709b9b8-0c85-45c8-8c21-5959159c4410" providerId="AD" clId="Web-{B211C005-AE84-2D19-4685-50E1A5249552}" dt="2025-12-16T14:34:21.741" v="245" actId="20577"/>
          <ac:spMkLst>
            <pc:docMk/>
            <pc:sldMk cId="3541714444" sldId="257"/>
            <ac:spMk id="2" creationId="{71DF81ED-B693-4526-7AD8-DEAC55E4FD71}"/>
          </ac:spMkLst>
        </pc:spChg>
        <pc:spChg chg="mod">
          <ac:chgData name="Colleen Meaney" userId="S::15175057@ads.qub.ac.uk::d709b9b8-0c85-45c8-8c21-5959159c4410" providerId="AD" clId="Web-{B211C005-AE84-2D19-4685-50E1A5249552}" dt="2025-12-16T14:45:13.457" v="259" actId="20577"/>
          <ac:spMkLst>
            <pc:docMk/>
            <pc:sldMk cId="3541714444" sldId="257"/>
            <ac:spMk id="3" creationId="{323210E5-9334-D28C-E0DD-3636D98275DC}"/>
          </ac:spMkLst>
        </pc:spChg>
        <pc:spChg chg="add del">
          <ac:chgData name="Colleen Meaney" userId="S::15175057@ads.qub.ac.uk::d709b9b8-0c85-45c8-8c21-5959159c4410" providerId="AD" clId="Web-{B211C005-AE84-2D19-4685-50E1A5249552}" dt="2025-12-16T14:23:33.111" v="135"/>
          <ac:spMkLst>
            <pc:docMk/>
            <pc:sldMk cId="3541714444" sldId="257"/>
            <ac:spMk id="6" creationId="{2B1BC757-7840-80CE-A50E-346A44632146}"/>
          </ac:spMkLst>
        </pc:spChg>
        <pc:spChg chg="add del">
          <ac:chgData name="Colleen Meaney" userId="S::15175057@ads.qub.ac.uk::d709b9b8-0c85-45c8-8c21-5959159c4410" providerId="AD" clId="Web-{B211C005-AE84-2D19-4685-50E1A5249552}" dt="2025-12-16T14:25:14.755" v="141"/>
          <ac:spMkLst>
            <pc:docMk/>
            <pc:sldMk cId="3541714444" sldId="257"/>
            <ac:spMk id="12" creationId="{29787B81-C7DF-412B-A405-EF4454012DEE}"/>
          </ac:spMkLst>
        </pc:spChg>
        <pc:picChg chg="mod ord">
          <ac:chgData name="Colleen Meaney" userId="S::15175057@ads.qub.ac.uk::d709b9b8-0c85-45c8-8c21-5959159c4410" providerId="AD" clId="Web-{B211C005-AE84-2D19-4685-50E1A5249552}" dt="2025-12-16T14:25:14.755" v="141"/>
          <ac:picMkLst>
            <pc:docMk/>
            <pc:sldMk cId="3541714444" sldId="257"/>
            <ac:picMk id="5" creationId="{A2D2A63D-71FD-2104-8EC0-D9F561815436}"/>
          </ac:picMkLst>
        </pc:picChg>
        <pc:picChg chg="add mod ord">
          <ac:chgData name="Colleen Meaney" userId="S::15175057@ads.qub.ac.uk::d709b9b8-0c85-45c8-8c21-5959159c4410" providerId="AD" clId="Web-{B211C005-AE84-2D19-4685-50E1A5249552}" dt="2025-12-16T14:44:37.971" v="257" actId="1076"/>
          <ac:picMkLst>
            <pc:docMk/>
            <pc:sldMk cId="3541714444" sldId="257"/>
            <ac:picMk id="7" creationId="{B7D83FF6-B687-15FD-DB0E-594FD245C735}"/>
          </ac:picMkLst>
        </pc:picChg>
        <pc:picChg chg="add del mod">
          <ac:chgData name="Colleen Meaney" userId="S::15175057@ads.qub.ac.uk::d709b9b8-0c85-45c8-8c21-5959159c4410" providerId="AD" clId="Web-{B211C005-AE84-2D19-4685-50E1A5249552}" dt="2025-12-16T14:44:32.783" v="256"/>
          <ac:picMkLst>
            <pc:docMk/>
            <pc:sldMk cId="3541714444" sldId="257"/>
            <ac:picMk id="8" creationId="{A31D2D45-0D7B-1F31-9692-3F29CB2FB234}"/>
          </ac:picMkLst>
        </pc:picChg>
      </pc:sldChg>
      <pc:sldChg chg="modSp del">
        <pc:chgData name="Colleen Meaney" userId="S::15175057@ads.qub.ac.uk::d709b9b8-0c85-45c8-8c21-5959159c4410" providerId="AD" clId="Web-{B211C005-AE84-2D19-4685-50E1A5249552}" dt="2025-12-16T15:24:23.963" v="626"/>
        <pc:sldMkLst>
          <pc:docMk/>
          <pc:sldMk cId="2580563498" sldId="261"/>
        </pc:sldMkLst>
        <pc:spChg chg="mod">
          <ac:chgData name="Colleen Meaney" userId="S::15175057@ads.qub.ac.uk::d709b9b8-0c85-45c8-8c21-5959159c4410" providerId="AD" clId="Web-{B211C005-AE84-2D19-4685-50E1A5249552}" dt="2025-12-16T14:26:05.244" v="160" actId="20577"/>
          <ac:spMkLst>
            <pc:docMk/>
            <pc:sldMk cId="2580563498" sldId="261"/>
            <ac:spMk id="2" creationId="{8035D05F-2415-355B-B65C-FED3240ECF92}"/>
          </ac:spMkLst>
        </pc:spChg>
        <pc:spChg chg="mod">
          <ac:chgData name="Colleen Meaney" userId="S::15175057@ads.qub.ac.uk::d709b9b8-0c85-45c8-8c21-5959159c4410" providerId="AD" clId="Web-{B211C005-AE84-2D19-4685-50E1A5249552}" dt="2025-12-16T15:11:38.453" v="481" actId="20577"/>
          <ac:spMkLst>
            <pc:docMk/>
            <pc:sldMk cId="2580563498" sldId="261"/>
            <ac:spMk id="3" creationId="{B0EBB662-7F37-D63A-FFD4-B35966921DFF}"/>
          </ac:spMkLst>
        </pc:spChg>
      </pc:sldChg>
      <pc:sldChg chg="modSp">
        <pc:chgData name="Colleen Meaney" userId="S::15175057@ads.qub.ac.uk::d709b9b8-0c85-45c8-8c21-5959159c4410" providerId="AD" clId="Web-{B211C005-AE84-2D19-4685-50E1A5249552}" dt="2025-12-16T23:31:19.807" v="2554" actId="20577"/>
        <pc:sldMkLst>
          <pc:docMk/>
          <pc:sldMk cId="4100215138" sldId="262"/>
        </pc:sldMkLst>
        <pc:spChg chg="mod">
          <ac:chgData name="Colleen Meaney" userId="S::15175057@ads.qub.ac.uk::d709b9b8-0c85-45c8-8c21-5959159c4410" providerId="AD" clId="Web-{B211C005-AE84-2D19-4685-50E1A5249552}" dt="2025-12-16T23:31:19.807" v="2554" actId="20577"/>
          <ac:spMkLst>
            <pc:docMk/>
            <pc:sldMk cId="4100215138" sldId="262"/>
            <ac:spMk id="3" creationId="{8686B4D6-6D8E-DDC8-1381-4E16A03419C7}"/>
          </ac:spMkLst>
        </pc:spChg>
      </pc:sldChg>
      <pc:sldChg chg="ord">
        <pc:chgData name="Colleen Meaney" userId="S::15175057@ads.qub.ac.uk::d709b9b8-0c85-45c8-8c21-5959159c4410" providerId="AD" clId="Web-{B211C005-AE84-2D19-4685-50E1A5249552}" dt="2025-12-16T15:23:13.071" v="621"/>
        <pc:sldMkLst>
          <pc:docMk/>
          <pc:sldMk cId="1058383411" sldId="268"/>
        </pc:sldMkLst>
      </pc:sldChg>
      <pc:sldChg chg="addSp delSp modSp">
        <pc:chgData name="Colleen Meaney" userId="S::15175057@ads.qub.ac.uk::d709b9b8-0c85-45c8-8c21-5959159c4410" providerId="AD" clId="Web-{B211C005-AE84-2D19-4685-50E1A5249552}" dt="2025-12-16T15:53:56.553" v="1461" actId="14100"/>
        <pc:sldMkLst>
          <pc:docMk/>
          <pc:sldMk cId="2835570930" sldId="278"/>
        </pc:sldMkLst>
        <pc:spChg chg="mod">
          <ac:chgData name="Colleen Meaney" userId="S::15175057@ads.qub.ac.uk::d709b9b8-0c85-45c8-8c21-5959159c4410" providerId="AD" clId="Web-{B211C005-AE84-2D19-4685-50E1A5249552}" dt="2025-12-16T15:48:01.167" v="1372" actId="20577"/>
          <ac:spMkLst>
            <pc:docMk/>
            <pc:sldMk cId="2835570930" sldId="278"/>
            <ac:spMk id="2" creationId="{8035D05F-2415-355B-B65C-FED3240ECF92}"/>
          </ac:spMkLst>
        </pc:spChg>
        <pc:spChg chg="mod">
          <ac:chgData name="Colleen Meaney" userId="S::15175057@ads.qub.ac.uk::d709b9b8-0c85-45c8-8c21-5959159c4410" providerId="AD" clId="Web-{B211C005-AE84-2D19-4685-50E1A5249552}" dt="2025-12-16T15:53:56.553" v="1461" actId="14100"/>
          <ac:spMkLst>
            <pc:docMk/>
            <pc:sldMk cId="2835570930" sldId="278"/>
            <ac:spMk id="3" creationId="{B0EBB662-7F37-D63A-FFD4-B35966921DFF}"/>
          </ac:spMkLst>
        </pc:spChg>
        <pc:spChg chg="add del mod">
          <ac:chgData name="Colleen Meaney" userId="S::15175057@ads.qub.ac.uk::d709b9b8-0c85-45c8-8c21-5959159c4410" providerId="AD" clId="Web-{B211C005-AE84-2D19-4685-50E1A5249552}" dt="2025-12-16T15:40:58.202" v="1307"/>
          <ac:spMkLst>
            <pc:docMk/>
            <pc:sldMk cId="2835570930" sldId="278"/>
            <ac:spMk id="4" creationId="{C78B3713-D9DF-A853-DBD2-1B56C3B69C48}"/>
          </ac:spMkLst>
        </pc:spChg>
        <pc:spChg chg="mod">
          <ac:chgData name="Colleen Meaney" userId="S::15175057@ads.qub.ac.uk::d709b9b8-0c85-45c8-8c21-5959159c4410" providerId="AD" clId="Web-{B211C005-AE84-2D19-4685-50E1A5249552}" dt="2025-12-16T15:47:29.541" v="1351" actId="20577"/>
          <ac:spMkLst>
            <pc:docMk/>
            <pc:sldMk cId="2835570930" sldId="278"/>
            <ac:spMk id="6" creationId="{A3593281-4EC6-2CB5-D2F3-A1BAE56968E3}"/>
          </ac:spMkLst>
        </pc:spChg>
        <pc:spChg chg="add del">
          <ac:chgData name="Colleen Meaney" userId="S::15175057@ads.qub.ac.uk::d709b9b8-0c85-45c8-8c21-5959159c4410" providerId="AD" clId="Web-{B211C005-AE84-2D19-4685-50E1A5249552}" dt="2025-12-16T15:35:56.195" v="1034"/>
          <ac:spMkLst>
            <pc:docMk/>
            <pc:sldMk cId="2835570930" sldId="278"/>
            <ac:spMk id="8" creationId="{7E831550-7E41-A1F4-62AB-929F6F11D285}"/>
          </ac:spMkLst>
        </pc:spChg>
        <pc:spChg chg="add mod">
          <ac:chgData name="Colleen Meaney" userId="S::15175057@ads.qub.ac.uk::d709b9b8-0c85-45c8-8c21-5959159c4410" providerId="AD" clId="Web-{B211C005-AE84-2D19-4685-50E1A5249552}" dt="2025-12-16T15:47:15.385" v="1331" actId="14100"/>
          <ac:spMkLst>
            <pc:docMk/>
            <pc:sldMk cId="2835570930" sldId="278"/>
            <ac:spMk id="9" creationId="{563DF22D-DB89-637A-5724-DD414F6360F3}"/>
          </ac:spMkLst>
        </pc:spChg>
        <pc:picChg chg="mod">
          <ac:chgData name="Colleen Meaney" userId="S::15175057@ads.qub.ac.uk::d709b9b8-0c85-45c8-8c21-5959159c4410" providerId="AD" clId="Web-{B211C005-AE84-2D19-4685-50E1A5249552}" dt="2025-12-16T15:34:31.621" v="1007" actId="1076"/>
          <ac:picMkLst>
            <pc:docMk/>
            <pc:sldMk cId="2835570930" sldId="278"/>
            <ac:picMk id="7" creationId="{DE9EDC8E-5633-E98D-8593-0DADAA2A248A}"/>
          </ac:picMkLst>
        </pc:picChg>
      </pc:sldChg>
      <pc:sldChg chg="modSp">
        <pc:chgData name="Colleen Meaney" userId="S::15175057@ads.qub.ac.uk::d709b9b8-0c85-45c8-8c21-5959159c4410" providerId="AD" clId="Web-{B211C005-AE84-2D19-4685-50E1A5249552}" dt="2025-12-17T00:06:30.989" v="2557" actId="20577"/>
        <pc:sldMkLst>
          <pc:docMk/>
          <pc:sldMk cId="3198182826" sldId="279"/>
        </pc:sldMkLst>
        <pc:spChg chg="mod">
          <ac:chgData name="Colleen Meaney" userId="S::15175057@ads.qub.ac.uk::d709b9b8-0c85-45c8-8c21-5959159c4410" providerId="AD" clId="Web-{B211C005-AE84-2D19-4685-50E1A5249552}" dt="2025-12-16T16:05:55.145" v="1634" actId="20577"/>
          <ac:spMkLst>
            <pc:docMk/>
            <pc:sldMk cId="3198182826" sldId="279"/>
            <ac:spMk id="2" creationId="{8035D05F-2415-355B-B65C-FED3240ECF92}"/>
          </ac:spMkLst>
        </pc:spChg>
        <pc:spChg chg="mod">
          <ac:chgData name="Colleen Meaney" userId="S::15175057@ads.qub.ac.uk::d709b9b8-0c85-45c8-8c21-5959159c4410" providerId="AD" clId="Web-{B211C005-AE84-2D19-4685-50E1A5249552}" dt="2025-12-17T00:06:30.989" v="2557" actId="20577"/>
          <ac:spMkLst>
            <pc:docMk/>
            <pc:sldMk cId="3198182826" sldId="279"/>
            <ac:spMk id="3" creationId="{B0EBB662-7F37-D63A-FFD4-B35966921DFF}"/>
          </ac:spMkLst>
        </pc:spChg>
        <pc:spChg chg="mod">
          <ac:chgData name="Colleen Meaney" userId="S::15175057@ads.qub.ac.uk::d709b9b8-0c85-45c8-8c21-5959159c4410" providerId="AD" clId="Web-{B211C005-AE84-2D19-4685-50E1A5249552}" dt="2025-12-16T16:27:12.868" v="2000" actId="14100"/>
          <ac:spMkLst>
            <pc:docMk/>
            <pc:sldMk cId="3198182826" sldId="279"/>
            <ac:spMk id="6" creationId="{A3593281-4EC6-2CB5-D2F3-A1BAE56968E3}"/>
          </ac:spMkLst>
        </pc:spChg>
        <pc:spChg chg="mod">
          <ac:chgData name="Colleen Meaney" userId="S::15175057@ads.qub.ac.uk::d709b9b8-0c85-45c8-8c21-5959159c4410" providerId="AD" clId="Web-{B211C005-AE84-2D19-4685-50E1A5249552}" dt="2025-12-16T16:06:49.217" v="1675" actId="20577"/>
          <ac:spMkLst>
            <pc:docMk/>
            <pc:sldMk cId="3198182826" sldId="279"/>
            <ac:spMk id="9" creationId="{9B397B65-9E46-AEF9-20E4-7B379B405BF5}"/>
          </ac:spMkLst>
        </pc:spChg>
        <pc:picChg chg="mod">
          <ac:chgData name="Colleen Meaney" userId="S::15175057@ads.qub.ac.uk::d709b9b8-0c85-45c8-8c21-5959159c4410" providerId="AD" clId="Web-{B211C005-AE84-2D19-4685-50E1A5249552}" dt="2025-12-16T16:27:17.509" v="2001" actId="1076"/>
          <ac:picMkLst>
            <pc:docMk/>
            <pc:sldMk cId="3198182826" sldId="279"/>
            <ac:picMk id="4" creationId="{5F887F38-38B1-CBEE-E35E-4C320C98F3D1}"/>
          </ac:picMkLst>
        </pc:picChg>
      </pc:sldChg>
      <pc:sldChg chg="addSp delSp modSp">
        <pc:chgData name="Colleen Meaney" userId="S::15175057@ads.qub.ac.uk::d709b9b8-0c85-45c8-8c21-5959159c4410" providerId="AD" clId="Web-{B211C005-AE84-2D19-4685-50E1A5249552}" dt="2025-12-17T00:20:17.236" v="2630"/>
        <pc:sldMkLst>
          <pc:docMk/>
          <pc:sldMk cId="2540938127" sldId="281"/>
        </pc:sldMkLst>
        <pc:spChg chg="mod">
          <ac:chgData name="Colleen Meaney" userId="S::15175057@ads.qub.ac.uk::d709b9b8-0c85-45c8-8c21-5959159c4410" providerId="AD" clId="Web-{B211C005-AE84-2D19-4685-50E1A5249552}" dt="2025-12-16T16:39:04.613" v="2179" actId="20577"/>
          <ac:spMkLst>
            <pc:docMk/>
            <pc:sldMk cId="2540938127" sldId="281"/>
            <ac:spMk id="2" creationId="{8035D05F-2415-355B-B65C-FED3240ECF92}"/>
          </ac:spMkLst>
        </pc:spChg>
        <pc:spChg chg="mod">
          <ac:chgData name="Colleen Meaney" userId="S::15175057@ads.qub.ac.uk::d709b9b8-0c85-45c8-8c21-5959159c4410" providerId="AD" clId="Web-{B211C005-AE84-2D19-4685-50E1A5249552}" dt="2025-12-16T16:53:20.472" v="2228" actId="20577"/>
          <ac:spMkLst>
            <pc:docMk/>
            <pc:sldMk cId="2540938127" sldId="281"/>
            <ac:spMk id="3" creationId="{B0EBB662-7F37-D63A-FFD4-B35966921DFF}"/>
          </ac:spMkLst>
        </pc:spChg>
        <pc:spChg chg="add del mod">
          <ac:chgData name="Colleen Meaney" userId="S::15175057@ads.qub.ac.uk::d709b9b8-0c85-45c8-8c21-5959159c4410" providerId="AD" clId="Web-{B211C005-AE84-2D19-4685-50E1A5249552}" dt="2025-12-16T13:21:43.122" v="51"/>
          <ac:spMkLst>
            <pc:docMk/>
            <pc:sldMk cId="2540938127" sldId="281"/>
            <ac:spMk id="4" creationId="{D9D5ECC1-89BA-F577-8B0D-06052AAA33DA}"/>
          </ac:spMkLst>
        </pc:spChg>
        <pc:spChg chg="add mod">
          <ac:chgData name="Colleen Meaney" userId="S::15175057@ads.qub.ac.uk::d709b9b8-0c85-45c8-8c21-5959159c4410" providerId="AD" clId="Web-{B211C005-AE84-2D19-4685-50E1A5249552}" dt="2025-12-17T00:08:09.820" v="2565" actId="20577"/>
          <ac:spMkLst>
            <pc:docMk/>
            <pc:sldMk cId="2540938127" sldId="281"/>
            <ac:spMk id="4" creationId="{DF29A195-ACBC-115F-71B8-1789AD2782D6}"/>
          </ac:spMkLst>
        </pc:spChg>
        <pc:spChg chg="mod">
          <ac:chgData name="Colleen Meaney" userId="S::15175057@ads.qub.ac.uk::d709b9b8-0c85-45c8-8c21-5959159c4410" providerId="AD" clId="Web-{B211C005-AE84-2D19-4685-50E1A5249552}" dt="2025-12-16T16:58:35.872" v="2379" actId="1076"/>
          <ac:spMkLst>
            <pc:docMk/>
            <pc:sldMk cId="2540938127" sldId="281"/>
            <ac:spMk id="6" creationId="{A3593281-4EC6-2CB5-D2F3-A1BAE56968E3}"/>
          </ac:spMkLst>
        </pc:spChg>
        <pc:spChg chg="mod">
          <ac:chgData name="Colleen Meaney" userId="S::15175057@ads.qub.ac.uk::d709b9b8-0c85-45c8-8c21-5959159c4410" providerId="AD" clId="Web-{B211C005-AE84-2D19-4685-50E1A5249552}" dt="2025-12-17T00:17:56.616" v="2590" actId="14100"/>
          <ac:spMkLst>
            <pc:docMk/>
            <pc:sldMk cId="2540938127" sldId="281"/>
            <ac:spMk id="8" creationId="{44E9673E-2794-D14C-1002-5BD9AED39AD0}"/>
          </ac:spMkLst>
        </pc:spChg>
        <pc:spChg chg="mod">
          <ac:chgData name="Colleen Meaney" userId="S::15175057@ads.qub.ac.uk::d709b9b8-0c85-45c8-8c21-5959159c4410" providerId="AD" clId="Web-{B211C005-AE84-2D19-4685-50E1A5249552}" dt="2025-12-16T16:39:13.442" v="2181" actId="20577"/>
          <ac:spMkLst>
            <pc:docMk/>
            <pc:sldMk cId="2540938127" sldId="281"/>
            <ac:spMk id="9" creationId="{9B397B65-9E46-AEF9-20E4-7B379B405BF5}"/>
          </ac:spMkLst>
        </pc:spChg>
        <pc:spChg chg="mod">
          <ac:chgData name="Colleen Meaney" userId="S::15175057@ads.qub.ac.uk::d709b9b8-0c85-45c8-8c21-5959159c4410" providerId="AD" clId="Web-{B211C005-AE84-2D19-4685-50E1A5249552}" dt="2025-12-17T00:17:56.616" v="2591" actId="14100"/>
          <ac:spMkLst>
            <pc:docMk/>
            <pc:sldMk cId="2540938127" sldId="281"/>
            <ac:spMk id="10" creationId="{80D1E21B-7107-ED61-FEEC-4A267C52B9EF}"/>
          </ac:spMkLst>
        </pc:spChg>
        <pc:spChg chg="mod">
          <ac:chgData name="Colleen Meaney" userId="S::15175057@ads.qub.ac.uk::d709b9b8-0c85-45c8-8c21-5959159c4410" providerId="AD" clId="Web-{B211C005-AE84-2D19-4685-50E1A5249552}" dt="2025-12-17T00:17:56.632" v="2592" actId="14100"/>
          <ac:spMkLst>
            <pc:docMk/>
            <pc:sldMk cId="2540938127" sldId="281"/>
            <ac:spMk id="11" creationId="{0352FD73-896F-9304-0A9F-E790A65E7EA9}"/>
          </ac:spMkLst>
        </pc:spChg>
        <pc:spChg chg="mod">
          <ac:chgData name="Colleen Meaney" userId="S::15175057@ads.qub.ac.uk::d709b9b8-0c85-45c8-8c21-5959159c4410" providerId="AD" clId="Web-{B211C005-AE84-2D19-4685-50E1A5249552}" dt="2025-12-17T00:17:56.632" v="2593" actId="14100"/>
          <ac:spMkLst>
            <pc:docMk/>
            <pc:sldMk cId="2540938127" sldId="281"/>
            <ac:spMk id="12" creationId="{1732FFE2-C05C-111F-1898-0222F3D35ED3}"/>
          </ac:spMkLst>
        </pc:spChg>
        <pc:graphicFrameChg chg="add mod modGraphic">
          <ac:chgData name="Colleen Meaney" userId="S::15175057@ads.qub.ac.uk::d709b9b8-0c85-45c8-8c21-5959159c4410" providerId="AD" clId="Web-{B211C005-AE84-2D19-4685-50E1A5249552}" dt="2025-12-17T00:20:17.236" v="2630"/>
          <ac:graphicFrameMkLst>
            <pc:docMk/>
            <pc:sldMk cId="2540938127" sldId="281"/>
            <ac:graphicFrameMk id="13" creationId="{EAFDE40B-2EEC-93CE-3491-969A2F854C51}"/>
          </ac:graphicFrameMkLst>
        </pc:graphicFrameChg>
      </pc:sldChg>
      <pc:sldChg chg="addSp delSp modSp">
        <pc:chgData name="Colleen Meaney" userId="S::15175057@ads.qub.ac.uk::d709b9b8-0c85-45c8-8c21-5959159c4410" providerId="AD" clId="Web-{B211C005-AE84-2D19-4685-50E1A5249552}" dt="2025-12-17T00:18:13.914" v="2597"/>
        <pc:sldMkLst>
          <pc:docMk/>
          <pc:sldMk cId="2747094776" sldId="282"/>
        </pc:sldMkLst>
        <pc:spChg chg="del mod">
          <ac:chgData name="Colleen Meaney" userId="S::15175057@ads.qub.ac.uk::d709b9b8-0c85-45c8-8c21-5959159c4410" providerId="AD" clId="Web-{B211C005-AE84-2D19-4685-50E1A5249552}" dt="2025-12-17T00:18:13.914" v="2597"/>
          <ac:spMkLst>
            <pc:docMk/>
            <pc:sldMk cId="2747094776" sldId="282"/>
            <ac:spMk id="8" creationId="{44E9673E-2794-D14C-1002-5BD9AED39AD0}"/>
          </ac:spMkLst>
        </pc:spChg>
        <pc:spChg chg="mod">
          <ac:chgData name="Colleen Meaney" userId="S::15175057@ads.qub.ac.uk::d709b9b8-0c85-45c8-8c21-5959159c4410" providerId="AD" clId="Web-{B211C005-AE84-2D19-4685-50E1A5249552}" dt="2025-12-17T00:17:08.845" v="2575" actId="14100"/>
          <ac:spMkLst>
            <pc:docMk/>
            <pc:sldMk cId="2747094776" sldId="282"/>
            <ac:spMk id="10" creationId="{80D1E21B-7107-ED61-FEEC-4A267C52B9EF}"/>
          </ac:spMkLst>
        </pc:spChg>
        <pc:spChg chg="mod">
          <ac:chgData name="Colleen Meaney" userId="S::15175057@ads.qub.ac.uk::d709b9b8-0c85-45c8-8c21-5959159c4410" providerId="AD" clId="Web-{B211C005-AE84-2D19-4685-50E1A5249552}" dt="2025-12-17T00:17:08.845" v="2576" actId="14100"/>
          <ac:spMkLst>
            <pc:docMk/>
            <pc:sldMk cId="2747094776" sldId="282"/>
            <ac:spMk id="11" creationId="{0352FD73-896F-9304-0A9F-E790A65E7EA9}"/>
          </ac:spMkLst>
        </pc:spChg>
        <pc:spChg chg="mod">
          <ac:chgData name="Colleen Meaney" userId="S::15175057@ads.qub.ac.uk::d709b9b8-0c85-45c8-8c21-5959159c4410" providerId="AD" clId="Web-{B211C005-AE84-2D19-4685-50E1A5249552}" dt="2025-12-17T00:17:08.845" v="2577" actId="14100"/>
          <ac:spMkLst>
            <pc:docMk/>
            <pc:sldMk cId="2747094776" sldId="282"/>
            <ac:spMk id="12" creationId="{1732FFE2-C05C-111F-1898-0222F3D35ED3}"/>
          </ac:spMkLst>
        </pc:spChg>
        <pc:picChg chg="add del mod">
          <ac:chgData name="Colleen Meaney" userId="S::15175057@ads.qub.ac.uk::d709b9b8-0c85-45c8-8c21-5959159c4410" providerId="AD" clId="Web-{B211C005-AE84-2D19-4685-50E1A5249552}" dt="2025-12-16T17:00:55.856" v="2382"/>
          <ac:picMkLst>
            <pc:docMk/>
            <pc:sldMk cId="2747094776" sldId="282"/>
            <ac:picMk id="4" creationId="{4B741673-0645-7BD3-E6ED-CADCFD6E66CC}"/>
          </ac:picMkLst>
        </pc:picChg>
      </pc:sldChg>
      <pc:sldChg chg="delSp modSp">
        <pc:chgData name="Colleen Meaney" userId="S::15175057@ads.qub.ac.uk::d709b9b8-0c85-45c8-8c21-5959159c4410" providerId="AD" clId="Web-{B211C005-AE84-2D19-4685-50E1A5249552}" dt="2025-12-16T14:20:25.953" v="83"/>
        <pc:sldMkLst>
          <pc:docMk/>
          <pc:sldMk cId="1212696414" sldId="287"/>
        </pc:sldMkLst>
        <pc:spChg chg="del mod">
          <ac:chgData name="Colleen Meaney" userId="S::15175057@ads.qub.ac.uk::d709b9b8-0c85-45c8-8c21-5959159c4410" providerId="AD" clId="Web-{B211C005-AE84-2D19-4685-50E1A5249552}" dt="2025-12-16T14:20:25.953" v="83"/>
          <ac:spMkLst>
            <pc:docMk/>
            <pc:sldMk cId="1212696414" sldId="287"/>
            <ac:spMk id="9" creationId="{9B397B65-9E46-AEF9-20E4-7B379B405BF5}"/>
          </ac:spMkLst>
        </pc:spChg>
        <pc:picChg chg="del">
          <ac:chgData name="Colleen Meaney" userId="S::15175057@ads.qub.ac.uk::d709b9b8-0c85-45c8-8c21-5959159c4410" providerId="AD" clId="Web-{B211C005-AE84-2D19-4685-50E1A5249552}" dt="2025-12-16T13:34:58.025" v="70"/>
          <ac:picMkLst>
            <pc:docMk/>
            <pc:sldMk cId="1212696414" sldId="287"/>
            <ac:picMk id="7" creationId="{C6ADB585-E315-571D-D8BF-D127B5B1E4C1}"/>
          </ac:picMkLst>
        </pc:picChg>
      </pc:sldChg>
      <pc:sldChg chg="addSp modSp new">
        <pc:chgData name="Colleen Meaney" userId="S::15175057@ads.qub.ac.uk::d709b9b8-0c85-45c8-8c21-5959159c4410" providerId="AD" clId="Web-{B211C005-AE84-2D19-4685-50E1A5249552}" dt="2025-12-17T00:04:16.609" v="2556" actId="20577"/>
        <pc:sldMkLst>
          <pc:docMk/>
          <pc:sldMk cId="930681106" sldId="299"/>
        </pc:sldMkLst>
        <pc:spChg chg="mod">
          <ac:chgData name="Colleen Meaney" userId="S::15175057@ads.qub.ac.uk::d709b9b8-0c85-45c8-8c21-5959159c4410" providerId="AD" clId="Web-{B211C005-AE84-2D19-4685-50E1A5249552}" dt="2025-12-16T15:24:10.025" v="625" actId="20577"/>
          <ac:spMkLst>
            <pc:docMk/>
            <pc:sldMk cId="930681106" sldId="299"/>
            <ac:spMk id="2" creationId="{BEAC1279-55C2-C6B9-E9DE-5870B902689A}"/>
          </ac:spMkLst>
        </pc:spChg>
        <pc:spChg chg="mod">
          <ac:chgData name="Colleen Meaney" userId="S::15175057@ads.qub.ac.uk::d709b9b8-0c85-45c8-8c21-5959159c4410" providerId="AD" clId="Web-{B211C005-AE84-2D19-4685-50E1A5249552}" dt="2025-12-16T15:55:16.011" v="1500" actId="20577"/>
          <ac:spMkLst>
            <pc:docMk/>
            <pc:sldMk cId="930681106" sldId="299"/>
            <ac:spMk id="3" creationId="{1934FF55-4330-EED1-ECDE-B19EDC7B79D1}"/>
          </ac:spMkLst>
        </pc:spChg>
        <pc:spChg chg="add mod">
          <ac:chgData name="Colleen Meaney" userId="S::15175057@ads.qub.ac.uk::d709b9b8-0c85-45c8-8c21-5959159c4410" providerId="AD" clId="Web-{B211C005-AE84-2D19-4685-50E1A5249552}" dt="2025-12-17T00:04:16.609" v="2556" actId="20577"/>
          <ac:spMkLst>
            <pc:docMk/>
            <pc:sldMk cId="930681106" sldId="299"/>
            <ac:spMk id="6" creationId="{BEAD4C1B-2A6B-8E3C-775C-E25D5B6489E2}"/>
          </ac:spMkLst>
        </pc:spChg>
        <pc:spChg chg="add mod">
          <ac:chgData name="Colleen Meaney" userId="S::15175057@ads.qub.ac.uk::d709b9b8-0c85-45c8-8c21-5959159c4410" providerId="AD" clId="Web-{B211C005-AE84-2D19-4685-50E1A5249552}" dt="2025-12-16T15:47:51.276" v="1364" actId="1076"/>
          <ac:spMkLst>
            <pc:docMk/>
            <pc:sldMk cId="930681106" sldId="299"/>
            <ac:spMk id="7" creationId="{6803A3BF-338A-A86D-66C9-29A385E84E0C}"/>
          </ac:spMkLst>
        </pc:spChg>
        <pc:picChg chg="add mod">
          <ac:chgData name="Colleen Meaney" userId="S::15175057@ads.qub.ac.uk::d709b9b8-0c85-45c8-8c21-5959159c4410" providerId="AD" clId="Web-{B211C005-AE84-2D19-4685-50E1A5249552}" dt="2025-12-16T15:22:48.289" v="618" actId="1076"/>
          <ac:picMkLst>
            <pc:docMk/>
            <pc:sldMk cId="930681106" sldId="299"/>
            <ac:picMk id="5" creationId="{ACF9304F-14B6-861C-1587-4A2AFE23795F}"/>
          </ac:picMkLst>
        </pc:picChg>
      </pc:sldChg>
      <pc:sldChg chg="addSp delSp modSp new">
        <pc:chgData name="Colleen Meaney" userId="S::15175057@ads.qub.ac.uk::d709b9b8-0c85-45c8-8c21-5959159c4410" providerId="AD" clId="Web-{B211C005-AE84-2D19-4685-50E1A5249552}" dt="2025-12-17T00:07:57.070" v="2561" actId="20577"/>
        <pc:sldMkLst>
          <pc:docMk/>
          <pc:sldMk cId="611277202" sldId="300"/>
        </pc:sldMkLst>
        <pc:spChg chg="mod">
          <ac:chgData name="Colleen Meaney" userId="S::15175057@ads.qub.ac.uk::d709b9b8-0c85-45c8-8c21-5959159c4410" providerId="AD" clId="Web-{B211C005-AE84-2D19-4685-50E1A5249552}" dt="2025-12-17T00:07:09.350" v="2559" actId="20577"/>
          <ac:spMkLst>
            <pc:docMk/>
            <pc:sldMk cId="611277202" sldId="300"/>
            <ac:spMk id="2" creationId="{5D76BE71-5F23-936D-0125-BC6376D87E0D}"/>
          </ac:spMkLst>
        </pc:spChg>
        <pc:spChg chg="del mod">
          <ac:chgData name="Colleen Meaney" userId="S::15175057@ads.qub.ac.uk::d709b9b8-0c85-45c8-8c21-5959159c4410" providerId="AD" clId="Web-{B211C005-AE84-2D19-4685-50E1A5249552}" dt="2025-12-16T16:15:40.538" v="1707"/>
          <ac:spMkLst>
            <pc:docMk/>
            <pc:sldMk cId="611277202" sldId="300"/>
            <ac:spMk id="3" creationId="{4660DF1D-7CF1-909D-F2DA-8FEB478CFF11}"/>
          </ac:spMkLst>
        </pc:spChg>
        <pc:spChg chg="add mod">
          <ac:chgData name="Colleen Meaney" userId="S::15175057@ads.qub.ac.uk::d709b9b8-0c85-45c8-8c21-5959159c4410" providerId="AD" clId="Web-{B211C005-AE84-2D19-4685-50E1A5249552}" dt="2025-12-16T16:32:35.275" v="2112" actId="1076"/>
          <ac:spMkLst>
            <pc:docMk/>
            <pc:sldMk cId="611277202" sldId="300"/>
            <ac:spMk id="5" creationId="{79CAE8F4-36C2-DB40-0D59-24F765DA51D9}"/>
          </ac:spMkLst>
        </pc:spChg>
        <pc:spChg chg="add del mod">
          <ac:chgData name="Colleen Meaney" userId="S::15175057@ads.qub.ac.uk::d709b9b8-0c85-45c8-8c21-5959159c4410" providerId="AD" clId="Web-{B211C005-AE84-2D19-4685-50E1A5249552}" dt="2025-12-16T16:26:39.662" v="1998"/>
          <ac:spMkLst>
            <pc:docMk/>
            <pc:sldMk cId="611277202" sldId="300"/>
            <ac:spMk id="6" creationId="{7F88AB3E-CCA8-6F7C-33B1-600F762A9011}"/>
          </ac:spMkLst>
        </pc:spChg>
        <pc:spChg chg="add mod">
          <ac:chgData name="Colleen Meaney" userId="S::15175057@ads.qub.ac.uk::d709b9b8-0c85-45c8-8c21-5959159c4410" providerId="AD" clId="Web-{B211C005-AE84-2D19-4685-50E1A5249552}" dt="2025-12-16T16:28:06.887" v="2032" actId="20577"/>
          <ac:spMkLst>
            <pc:docMk/>
            <pc:sldMk cId="611277202" sldId="300"/>
            <ac:spMk id="7" creationId="{EA0DFC14-F836-F562-D024-76C10C587676}"/>
          </ac:spMkLst>
        </pc:spChg>
        <pc:spChg chg="add mod">
          <ac:chgData name="Colleen Meaney" userId="S::15175057@ads.qub.ac.uk::d709b9b8-0c85-45c8-8c21-5959159c4410" providerId="AD" clId="Web-{B211C005-AE84-2D19-4685-50E1A5249552}" dt="2025-12-17T00:07:57.070" v="2561" actId="20577"/>
          <ac:spMkLst>
            <pc:docMk/>
            <pc:sldMk cId="611277202" sldId="300"/>
            <ac:spMk id="8" creationId="{B7442C8D-3AD0-3D06-4804-A85E8421037B}"/>
          </ac:spMkLst>
        </pc:spChg>
        <pc:picChg chg="add mod ord">
          <ac:chgData name="Colleen Meaney" userId="S::15175057@ads.qub.ac.uk::d709b9b8-0c85-45c8-8c21-5959159c4410" providerId="AD" clId="Web-{B211C005-AE84-2D19-4685-50E1A5249552}" dt="2025-12-16T16:15:55.273" v="1708" actId="1076"/>
          <ac:picMkLst>
            <pc:docMk/>
            <pc:sldMk cId="611277202" sldId="300"/>
            <ac:picMk id="4" creationId="{ACC96072-10F4-93A8-B748-5888F24927FD}"/>
          </ac:picMkLst>
        </pc:picChg>
      </pc:sldChg>
    </pc:docChg>
  </pc:docChgLst>
  <pc:docChgLst>
    <pc:chgData name="Ciara Brown" userId="S::40295892@ads.qub.ac.uk::5376d550-e101-45d3-8d52-a15e785c6338" providerId="AD" clId="Web-{82C8FD98-769A-91DE-388F-AD6650AA0E7A}"/>
    <pc:docChg chg="modSld">
      <pc:chgData name="Ciara Brown" userId="S::40295892@ads.qub.ac.uk::5376d550-e101-45d3-8d52-a15e785c6338" providerId="AD" clId="Web-{82C8FD98-769A-91DE-388F-AD6650AA0E7A}" dt="2025-12-16T14:07:29.479" v="30" actId="1076"/>
      <pc:docMkLst>
        <pc:docMk/>
      </pc:docMkLst>
      <pc:sldChg chg="addSp delSp modSp">
        <pc:chgData name="Ciara Brown" userId="S::40295892@ads.qub.ac.uk::5376d550-e101-45d3-8d52-a15e785c6338" providerId="AD" clId="Web-{82C8FD98-769A-91DE-388F-AD6650AA0E7A}" dt="2025-12-16T14:07:29.479" v="30" actId="1076"/>
        <pc:sldMkLst>
          <pc:docMk/>
          <pc:sldMk cId="2873980681" sldId="297"/>
        </pc:sldMkLst>
        <pc:spChg chg="add del mod">
          <ac:chgData name="Ciara Brown" userId="S::40295892@ads.qub.ac.uk::5376d550-e101-45d3-8d52-a15e785c6338" providerId="AD" clId="Web-{82C8FD98-769A-91DE-388F-AD6650AA0E7A}" dt="2025-12-16T14:07:29.479" v="30" actId="1076"/>
          <ac:spMkLst>
            <pc:docMk/>
            <pc:sldMk cId="2873980681" sldId="297"/>
            <ac:spMk id="9" creationId="{0A7774AE-5F51-0514-6A8A-59462A67BDBC}"/>
          </ac:spMkLst>
        </pc:spChg>
        <pc:graphicFrameChg chg="add del">
          <ac:chgData name="Ciara Brown" userId="S::40295892@ads.qub.ac.uk::5376d550-e101-45d3-8d52-a15e785c6338" providerId="AD" clId="Web-{82C8FD98-769A-91DE-388F-AD6650AA0E7A}" dt="2025-12-16T14:04:26.403" v="7"/>
          <ac:graphicFrameMkLst>
            <pc:docMk/>
            <pc:sldMk cId="2873980681" sldId="297"/>
            <ac:graphicFrameMk id="57" creationId="{C3E532B2-4A79-42D0-2B4E-48971559C19B}"/>
          </ac:graphicFrameMkLst>
        </pc:graphicFrameChg>
        <pc:picChg chg="add del mod">
          <ac:chgData name="Ciara Brown" userId="S::40295892@ads.qub.ac.uk::5376d550-e101-45d3-8d52-a15e785c6338" providerId="AD" clId="Web-{82C8FD98-769A-91DE-388F-AD6650AA0E7A}" dt="2025-12-16T14:03:28.975" v="1"/>
          <ac:picMkLst>
            <pc:docMk/>
            <pc:sldMk cId="2873980681" sldId="297"/>
            <ac:picMk id="3" creationId="{2C227C2E-E815-3FB7-7400-5781D3CCEE2B}"/>
          </ac:picMkLst>
        </pc:picChg>
        <pc:picChg chg="add mod">
          <ac:chgData name="Ciara Brown" userId="S::40295892@ads.qub.ac.uk::5376d550-e101-45d3-8d52-a15e785c6338" providerId="AD" clId="Web-{82C8FD98-769A-91DE-388F-AD6650AA0E7A}" dt="2025-12-16T14:06:34.491" v="20" actId="14100"/>
          <ac:picMkLst>
            <pc:docMk/>
            <pc:sldMk cId="2873980681" sldId="297"/>
            <ac:picMk id="5" creationId="{CBCAC015-F672-D585-95E6-E67655F9C5AA}"/>
          </ac:picMkLst>
        </pc:picChg>
      </pc:sldChg>
    </pc:docChg>
  </pc:docChgLst>
  <pc:docChgLst>
    <pc:chgData name="Utkarsh Awasthi" userId="S::40490288@ads.qub.ac.uk::ad4f256f-da97-4041-8145-32bceb3f78cb" providerId="AD" clId="Web-{0299ACA0-2C1A-F19F-5315-3926495629FA}"/>
    <pc:docChg chg="modSld">
      <pc:chgData name="Utkarsh Awasthi" userId="S::40490288@ads.qub.ac.uk::ad4f256f-da97-4041-8145-32bceb3f78cb" providerId="AD" clId="Web-{0299ACA0-2C1A-F19F-5315-3926495629FA}" dt="2025-12-17T11:30:42.947" v="95" actId="1076"/>
      <pc:docMkLst>
        <pc:docMk/>
      </pc:docMkLst>
      <pc:sldChg chg="modSp">
        <pc:chgData name="Utkarsh Awasthi" userId="S::40490288@ads.qub.ac.uk::ad4f256f-da97-4041-8145-32bceb3f78cb" providerId="AD" clId="Web-{0299ACA0-2C1A-F19F-5315-3926495629FA}" dt="2025-12-17T09:59:55.988" v="4" actId="14100"/>
        <pc:sldMkLst>
          <pc:docMk/>
          <pc:sldMk cId="3724315915" sldId="256"/>
        </pc:sldMkLst>
        <pc:spChg chg="mod">
          <ac:chgData name="Utkarsh Awasthi" userId="S::40490288@ads.qub.ac.uk::ad4f256f-da97-4041-8145-32bceb3f78cb" providerId="AD" clId="Web-{0299ACA0-2C1A-F19F-5315-3926495629FA}" dt="2025-12-17T09:59:55.988" v="4" actId="14100"/>
          <ac:spMkLst>
            <pc:docMk/>
            <pc:sldMk cId="3724315915" sldId="256"/>
            <ac:spMk id="8" creationId="{1139D55C-A7DD-C1B8-EB67-36414FD31D01}"/>
          </ac:spMkLst>
        </pc:spChg>
      </pc:sldChg>
      <pc:sldChg chg="modSp">
        <pc:chgData name="Utkarsh Awasthi" userId="S::40490288@ads.qub.ac.uk::ad4f256f-da97-4041-8145-32bceb3f78cb" providerId="AD" clId="Web-{0299ACA0-2C1A-F19F-5315-3926495629FA}" dt="2025-12-17T10:19:53.125" v="64" actId="1076"/>
        <pc:sldMkLst>
          <pc:docMk/>
          <pc:sldMk cId="617160336" sldId="276"/>
        </pc:sldMkLst>
        <pc:spChg chg="mod">
          <ac:chgData name="Utkarsh Awasthi" userId="S::40490288@ads.qub.ac.uk::ad4f256f-da97-4041-8145-32bceb3f78cb" providerId="AD" clId="Web-{0299ACA0-2C1A-F19F-5315-3926495629FA}" dt="2025-12-17T10:19:53.125" v="64" actId="1076"/>
          <ac:spMkLst>
            <pc:docMk/>
            <pc:sldMk cId="617160336" sldId="276"/>
            <ac:spMk id="3" creationId="{1A01E45E-EA6F-DEF9-925E-B8DF0ED7D5BC}"/>
          </ac:spMkLst>
        </pc:spChg>
      </pc:sldChg>
      <pc:sldChg chg="modSp">
        <pc:chgData name="Utkarsh Awasthi" userId="S::40490288@ads.qub.ac.uk::ad4f256f-da97-4041-8145-32bceb3f78cb" providerId="AD" clId="Web-{0299ACA0-2C1A-F19F-5315-3926495629FA}" dt="2025-12-17T10:28:24.541" v="67" actId="20577"/>
        <pc:sldMkLst>
          <pc:docMk/>
          <pc:sldMk cId="2747094776" sldId="282"/>
        </pc:sldMkLst>
        <pc:spChg chg="mod">
          <ac:chgData name="Utkarsh Awasthi" userId="S::40490288@ads.qub.ac.uk::ad4f256f-da97-4041-8145-32bceb3f78cb" providerId="AD" clId="Web-{0299ACA0-2C1A-F19F-5315-3926495629FA}" dt="2025-12-17T10:28:24.541" v="67" actId="20577"/>
          <ac:spMkLst>
            <pc:docMk/>
            <pc:sldMk cId="2747094776" sldId="282"/>
            <ac:spMk id="3" creationId="{B0EBB662-7F37-D63A-FFD4-B35966921DFF}"/>
          </ac:spMkLst>
        </pc:spChg>
      </pc:sldChg>
      <pc:sldChg chg="modSp">
        <pc:chgData name="Utkarsh Awasthi" userId="S::40490288@ads.qub.ac.uk::ad4f256f-da97-4041-8145-32bceb3f78cb" providerId="AD" clId="Web-{0299ACA0-2C1A-F19F-5315-3926495629FA}" dt="2025-12-17T10:42:15.443" v="73" actId="20577"/>
        <pc:sldMkLst>
          <pc:docMk/>
          <pc:sldMk cId="3640691173" sldId="283"/>
        </pc:sldMkLst>
        <pc:spChg chg="mod">
          <ac:chgData name="Utkarsh Awasthi" userId="S::40490288@ads.qub.ac.uk::ad4f256f-da97-4041-8145-32bceb3f78cb" providerId="AD" clId="Web-{0299ACA0-2C1A-F19F-5315-3926495629FA}" dt="2025-12-17T10:42:15.443" v="73" actId="20577"/>
          <ac:spMkLst>
            <pc:docMk/>
            <pc:sldMk cId="3640691173" sldId="283"/>
            <ac:spMk id="6" creationId="{A3593281-4EC6-2CB5-D2F3-A1BAE56968E3}"/>
          </ac:spMkLst>
        </pc:spChg>
      </pc:sldChg>
      <pc:sldChg chg="modSp">
        <pc:chgData name="Utkarsh Awasthi" userId="S::40490288@ads.qub.ac.uk::ad4f256f-da97-4041-8145-32bceb3f78cb" providerId="AD" clId="Web-{0299ACA0-2C1A-F19F-5315-3926495629FA}" dt="2025-12-17T10:42:57.193" v="77" actId="1076"/>
        <pc:sldMkLst>
          <pc:docMk/>
          <pc:sldMk cId="1212696414" sldId="287"/>
        </pc:sldMkLst>
        <pc:spChg chg="mod">
          <ac:chgData name="Utkarsh Awasthi" userId="S::40490288@ads.qub.ac.uk::ad4f256f-da97-4041-8145-32bceb3f78cb" providerId="AD" clId="Web-{0299ACA0-2C1A-F19F-5315-3926495629FA}" dt="2025-12-17T10:42:57.193" v="77" actId="1076"/>
          <ac:spMkLst>
            <pc:docMk/>
            <pc:sldMk cId="1212696414" sldId="287"/>
            <ac:spMk id="6" creationId="{A3593281-4EC6-2CB5-D2F3-A1BAE56968E3}"/>
          </ac:spMkLst>
        </pc:spChg>
        <pc:picChg chg="mod">
          <ac:chgData name="Utkarsh Awasthi" userId="S::40490288@ads.qub.ac.uk::ad4f256f-da97-4041-8145-32bceb3f78cb" providerId="AD" clId="Web-{0299ACA0-2C1A-F19F-5315-3926495629FA}" dt="2025-12-17T10:42:50.662" v="76" actId="14100"/>
          <ac:picMkLst>
            <pc:docMk/>
            <pc:sldMk cId="1212696414" sldId="287"/>
            <ac:picMk id="13" creationId="{DE723AB7-5AC2-331E-17EF-10F80966C2AA}"/>
          </ac:picMkLst>
        </pc:picChg>
      </pc:sldChg>
      <pc:sldChg chg="addSp modSp">
        <pc:chgData name="Utkarsh Awasthi" userId="S::40490288@ads.qub.ac.uk::ad4f256f-da97-4041-8145-32bceb3f78cb" providerId="AD" clId="Web-{0299ACA0-2C1A-F19F-5315-3926495629FA}" dt="2025-12-17T11:30:42.947" v="95" actId="1076"/>
        <pc:sldMkLst>
          <pc:docMk/>
          <pc:sldMk cId="2520395923" sldId="288"/>
        </pc:sldMkLst>
        <pc:spChg chg="mod">
          <ac:chgData name="Utkarsh Awasthi" userId="S::40490288@ads.qub.ac.uk::ad4f256f-da97-4041-8145-32bceb3f78cb" providerId="AD" clId="Web-{0299ACA0-2C1A-F19F-5315-3926495629FA}" dt="2025-12-17T11:30:21.898" v="89" actId="20577"/>
          <ac:spMkLst>
            <pc:docMk/>
            <pc:sldMk cId="2520395923" sldId="288"/>
            <ac:spMk id="2" creationId="{8035D05F-2415-355B-B65C-FED3240ECF92}"/>
          </ac:spMkLst>
        </pc:spChg>
        <pc:spChg chg="mod">
          <ac:chgData name="Utkarsh Awasthi" userId="S::40490288@ads.qub.ac.uk::ad4f256f-da97-4041-8145-32bceb3f78cb" providerId="AD" clId="Web-{0299ACA0-2C1A-F19F-5315-3926495629FA}" dt="2025-12-17T11:30:42.947" v="95" actId="1076"/>
          <ac:spMkLst>
            <pc:docMk/>
            <pc:sldMk cId="2520395923" sldId="288"/>
            <ac:spMk id="3" creationId="{B0EBB662-7F37-D63A-FFD4-B35966921DFF}"/>
          </ac:spMkLst>
        </pc:spChg>
        <pc:spChg chg="add mod">
          <ac:chgData name="Utkarsh Awasthi" userId="S::40490288@ads.qub.ac.uk::ad4f256f-da97-4041-8145-32bceb3f78cb" providerId="AD" clId="Web-{0299ACA0-2C1A-F19F-5315-3926495629FA}" dt="2025-12-17T11:30:35.821" v="94" actId="1076"/>
          <ac:spMkLst>
            <pc:docMk/>
            <pc:sldMk cId="2520395923" sldId="288"/>
            <ac:spMk id="4" creationId="{C3404982-A729-1E84-AF3F-3E8ED7BC65DD}"/>
          </ac:spMkLst>
        </pc:spChg>
      </pc:sldChg>
    </pc:docChg>
  </pc:docChgLst>
  <pc:docChgLst>
    <pc:chgData name="Utkarsh Awasthi" userId="S::40490288@ads.qub.ac.uk::ad4f256f-da97-4041-8145-32bceb3f78cb" providerId="AD" clId="Web-{B04CE88C-19C0-6D92-707A-33104B64AE05}"/>
    <pc:docChg chg="modSld">
      <pc:chgData name="Utkarsh Awasthi" userId="S::40490288@ads.qub.ac.uk::ad4f256f-da97-4041-8145-32bceb3f78cb" providerId="AD" clId="Web-{B04CE88C-19C0-6D92-707A-33104B64AE05}" dt="2025-11-28T19:13:18.918" v="155" actId="14100"/>
      <pc:docMkLst>
        <pc:docMk/>
      </pc:docMkLst>
    </pc:docChg>
  </pc:docChgLst>
  <pc:docChgLst>
    <pc:chgData name="Ciara Brown" userId="S::40295892@ads.qub.ac.uk::5376d550-e101-45d3-8d52-a15e785c6338" providerId="AD" clId="Web-{E0FEABEF-03C0-EEB3-BBFF-0EAAA91D5DD0}"/>
    <pc:docChg chg="modSld">
      <pc:chgData name="Ciara Brown" userId="S::40295892@ads.qub.ac.uk::5376d550-e101-45d3-8d52-a15e785c6338" providerId="AD" clId="Web-{E0FEABEF-03C0-EEB3-BBFF-0EAAA91D5DD0}" dt="2025-12-16T15:05:47.567" v="367" actId="20577"/>
      <pc:docMkLst>
        <pc:docMk/>
      </pc:docMkLst>
      <pc:sldChg chg="addSp modSp">
        <pc:chgData name="Ciara Brown" userId="S::40295892@ads.qub.ac.uk::5376d550-e101-45d3-8d52-a15e785c6338" providerId="AD" clId="Web-{E0FEABEF-03C0-EEB3-BBFF-0EAAA91D5DD0}" dt="2025-12-16T15:00:24.223" v="354" actId="20577"/>
        <pc:sldMkLst>
          <pc:docMk/>
          <pc:sldMk cId="2155691582" sldId="290"/>
        </pc:sldMkLst>
        <pc:spChg chg="mod">
          <ac:chgData name="Ciara Brown" userId="S::40295892@ads.qub.ac.uk::5376d550-e101-45d3-8d52-a15e785c6338" providerId="AD" clId="Web-{E0FEABEF-03C0-EEB3-BBFF-0EAAA91D5DD0}" dt="2025-12-16T14:16:32.826" v="2" actId="20577"/>
          <ac:spMkLst>
            <pc:docMk/>
            <pc:sldMk cId="2155691582" sldId="290"/>
            <ac:spMk id="2" creationId="{79E68C30-34F9-4B7D-DC41-9C9412F06D65}"/>
          </ac:spMkLst>
        </pc:spChg>
        <pc:spChg chg="mod">
          <ac:chgData name="Ciara Brown" userId="S::40295892@ads.qub.ac.uk::5376d550-e101-45d3-8d52-a15e785c6338" providerId="AD" clId="Web-{E0FEABEF-03C0-EEB3-BBFF-0EAAA91D5DD0}" dt="2025-12-16T15:00:24.223" v="354" actId="20577"/>
          <ac:spMkLst>
            <pc:docMk/>
            <pc:sldMk cId="2155691582" sldId="290"/>
            <ac:spMk id="4" creationId="{165C1150-EB90-62FA-ADCC-01CA903395BC}"/>
          </ac:spMkLst>
        </pc:spChg>
        <pc:spChg chg="mod">
          <ac:chgData name="Ciara Brown" userId="S::40295892@ads.qub.ac.uk::5376d550-e101-45d3-8d52-a15e785c6338" providerId="AD" clId="Web-{E0FEABEF-03C0-EEB3-BBFF-0EAAA91D5DD0}" dt="2025-12-16T14:28:22.194" v="198" actId="20577"/>
          <ac:spMkLst>
            <pc:docMk/>
            <pc:sldMk cId="2155691582" sldId="290"/>
            <ac:spMk id="6" creationId="{10641C10-8C33-A874-4DA2-BC6EBFF47765}"/>
          </ac:spMkLst>
        </pc:spChg>
        <pc:picChg chg="add">
          <ac:chgData name="Ciara Brown" userId="S::40295892@ads.qub.ac.uk::5376d550-e101-45d3-8d52-a15e785c6338" providerId="AD" clId="Web-{E0FEABEF-03C0-EEB3-BBFF-0EAAA91D5DD0}" dt="2025-12-16T14:51:39.505" v="311"/>
          <ac:picMkLst>
            <pc:docMk/>
            <pc:sldMk cId="2155691582" sldId="290"/>
            <ac:picMk id="5" creationId="{998CAC42-C15F-C98C-CFF9-2ECE7DE6D054}"/>
          </ac:picMkLst>
        </pc:picChg>
      </pc:sldChg>
      <pc:sldChg chg="addSp modSp">
        <pc:chgData name="Ciara Brown" userId="S::40295892@ads.qub.ac.uk::5376d550-e101-45d3-8d52-a15e785c6338" providerId="AD" clId="Web-{E0FEABEF-03C0-EEB3-BBFF-0EAAA91D5DD0}" dt="2025-12-16T14:55:20.133" v="328" actId="20577"/>
        <pc:sldMkLst>
          <pc:docMk/>
          <pc:sldMk cId="3291029448" sldId="291"/>
        </pc:sldMkLst>
        <pc:spChg chg="mod">
          <ac:chgData name="Ciara Brown" userId="S::40295892@ads.qub.ac.uk::5376d550-e101-45d3-8d52-a15e785c6338" providerId="AD" clId="Web-{E0FEABEF-03C0-EEB3-BBFF-0EAAA91D5DD0}" dt="2025-12-16T14:55:20.133" v="328" actId="20577"/>
          <ac:spMkLst>
            <pc:docMk/>
            <pc:sldMk cId="3291029448" sldId="291"/>
            <ac:spMk id="3" creationId="{146CE479-2CD9-C7E9-F5F0-76F03275926B}"/>
          </ac:spMkLst>
        </pc:spChg>
        <pc:spChg chg="mod">
          <ac:chgData name="Ciara Brown" userId="S::40295892@ads.qub.ac.uk::5376d550-e101-45d3-8d52-a15e785c6338" providerId="AD" clId="Web-{E0FEABEF-03C0-EEB3-BBFF-0EAAA91D5DD0}" dt="2025-12-16T14:24:22.927" v="133" actId="20577"/>
          <ac:spMkLst>
            <pc:docMk/>
            <pc:sldMk cId="3291029448" sldId="291"/>
            <ac:spMk id="5" creationId="{0F546205-00E6-2B1A-8FDC-3DBBD478D54A}"/>
          </ac:spMkLst>
        </pc:spChg>
        <pc:picChg chg="add">
          <ac:chgData name="Ciara Brown" userId="S::40295892@ads.qub.ac.uk::5376d550-e101-45d3-8d52-a15e785c6338" providerId="AD" clId="Web-{E0FEABEF-03C0-EEB3-BBFF-0EAAA91D5DD0}" dt="2025-12-16T14:51:50.224" v="312"/>
          <ac:picMkLst>
            <pc:docMk/>
            <pc:sldMk cId="3291029448" sldId="291"/>
            <ac:picMk id="6" creationId="{05B09674-A285-F5FC-E19D-76CB59931A17}"/>
          </ac:picMkLst>
        </pc:picChg>
      </pc:sldChg>
      <pc:sldChg chg="addSp modSp">
        <pc:chgData name="Ciara Brown" userId="S::40295892@ads.qub.ac.uk::5376d550-e101-45d3-8d52-a15e785c6338" providerId="AD" clId="Web-{E0FEABEF-03C0-EEB3-BBFF-0EAAA91D5DD0}" dt="2025-12-16T14:51:59.677" v="313"/>
        <pc:sldMkLst>
          <pc:docMk/>
          <pc:sldMk cId="1185623344" sldId="292"/>
        </pc:sldMkLst>
        <pc:spChg chg="mod">
          <ac:chgData name="Ciara Brown" userId="S::40295892@ads.qub.ac.uk::5376d550-e101-45d3-8d52-a15e785c6338" providerId="AD" clId="Web-{E0FEABEF-03C0-EEB3-BBFF-0EAAA91D5DD0}" dt="2025-12-16T14:24:34.286" v="136" actId="20577"/>
          <ac:spMkLst>
            <pc:docMk/>
            <pc:sldMk cId="1185623344" sldId="292"/>
            <ac:spMk id="5" creationId="{32654CF2-EAFB-AD06-6754-2082C01B5A07}"/>
          </ac:spMkLst>
        </pc:spChg>
        <pc:spChg chg="mod">
          <ac:chgData name="Ciara Brown" userId="S::40295892@ads.qub.ac.uk::5376d550-e101-45d3-8d52-a15e785c6338" providerId="AD" clId="Web-{E0FEABEF-03C0-EEB3-BBFF-0EAAA91D5DD0}" dt="2025-12-16T14:32:57.985" v="246" actId="20577"/>
          <ac:spMkLst>
            <pc:docMk/>
            <pc:sldMk cId="1185623344" sldId="292"/>
            <ac:spMk id="13" creationId="{2F38EBF4-01B6-C83B-73B8-F23DCAF4DA11}"/>
          </ac:spMkLst>
        </pc:spChg>
        <pc:picChg chg="add">
          <ac:chgData name="Ciara Brown" userId="S::40295892@ads.qub.ac.uk::5376d550-e101-45d3-8d52-a15e785c6338" providerId="AD" clId="Web-{E0FEABEF-03C0-EEB3-BBFF-0EAAA91D5DD0}" dt="2025-12-16T14:51:59.677" v="313"/>
          <ac:picMkLst>
            <pc:docMk/>
            <pc:sldMk cId="1185623344" sldId="292"/>
            <ac:picMk id="4" creationId="{4CAA21FA-F1AD-2D00-895E-CC470CD2F130}"/>
          </ac:picMkLst>
        </pc:picChg>
      </pc:sldChg>
      <pc:sldChg chg="addSp modSp">
        <pc:chgData name="Ciara Brown" userId="S::40295892@ads.qub.ac.uk::5376d550-e101-45d3-8d52-a15e785c6338" providerId="AD" clId="Web-{E0FEABEF-03C0-EEB3-BBFF-0EAAA91D5DD0}" dt="2025-12-16T15:03:47.578" v="362" actId="20577"/>
        <pc:sldMkLst>
          <pc:docMk/>
          <pc:sldMk cId="3190335222" sldId="293"/>
        </pc:sldMkLst>
        <pc:spChg chg="mod">
          <ac:chgData name="Ciara Brown" userId="S::40295892@ads.qub.ac.uk::5376d550-e101-45d3-8d52-a15e785c6338" providerId="AD" clId="Web-{E0FEABEF-03C0-EEB3-BBFF-0EAAA91D5DD0}" dt="2025-12-16T14:35:21.425" v="256" actId="20577"/>
          <ac:spMkLst>
            <pc:docMk/>
            <pc:sldMk cId="3190335222" sldId="293"/>
            <ac:spMk id="4" creationId="{E8EFF5E5-4FD8-ACBF-0F3B-9F769926E3F8}"/>
          </ac:spMkLst>
        </pc:spChg>
        <pc:spChg chg="mod">
          <ac:chgData name="Ciara Brown" userId="S::40295892@ads.qub.ac.uk::5376d550-e101-45d3-8d52-a15e785c6338" providerId="AD" clId="Web-{E0FEABEF-03C0-EEB3-BBFF-0EAAA91D5DD0}" dt="2025-12-16T14:35:49.738" v="257" actId="20577"/>
          <ac:spMkLst>
            <pc:docMk/>
            <pc:sldMk cId="3190335222" sldId="293"/>
            <ac:spMk id="8" creationId="{9008FE35-6590-C3C5-8364-ECD33C2355C6}"/>
          </ac:spMkLst>
        </pc:spChg>
        <pc:spChg chg="mod">
          <ac:chgData name="Ciara Brown" userId="S::40295892@ads.qub.ac.uk::5376d550-e101-45d3-8d52-a15e785c6338" providerId="AD" clId="Web-{E0FEABEF-03C0-EEB3-BBFF-0EAAA91D5DD0}" dt="2025-12-16T15:03:47.578" v="362" actId="20577"/>
          <ac:spMkLst>
            <pc:docMk/>
            <pc:sldMk cId="3190335222" sldId="293"/>
            <ac:spMk id="9" creationId="{D21784C3-CBE9-91EF-B81F-46FAE53F0944}"/>
          </ac:spMkLst>
        </pc:spChg>
        <pc:spChg chg="mod">
          <ac:chgData name="Ciara Brown" userId="S::40295892@ads.qub.ac.uk::5376d550-e101-45d3-8d52-a15e785c6338" providerId="AD" clId="Web-{E0FEABEF-03C0-EEB3-BBFF-0EAAA91D5DD0}" dt="2025-12-16T14:44:50.398" v="281" actId="1076"/>
          <ac:spMkLst>
            <pc:docMk/>
            <pc:sldMk cId="3190335222" sldId="293"/>
            <ac:spMk id="11" creationId="{8245DE29-38E0-627D-E7D2-8FE22C76B456}"/>
          </ac:spMkLst>
        </pc:spChg>
        <pc:picChg chg="mod">
          <ac:chgData name="Ciara Brown" userId="S::40295892@ads.qub.ac.uk::5376d550-e101-45d3-8d52-a15e785c6338" providerId="AD" clId="Web-{E0FEABEF-03C0-EEB3-BBFF-0EAAA91D5DD0}" dt="2025-12-16T14:44:41.725" v="279" actId="1076"/>
          <ac:picMkLst>
            <pc:docMk/>
            <pc:sldMk cId="3190335222" sldId="293"/>
            <ac:picMk id="5" creationId="{A9BD7F63-9F64-90FC-A775-617B3DA82069}"/>
          </ac:picMkLst>
        </pc:picChg>
        <pc:picChg chg="add">
          <ac:chgData name="Ciara Brown" userId="S::40295892@ads.qub.ac.uk::5376d550-e101-45d3-8d52-a15e785c6338" providerId="AD" clId="Web-{E0FEABEF-03C0-EEB3-BBFF-0EAAA91D5DD0}" dt="2025-12-16T14:52:05.803" v="314"/>
          <ac:picMkLst>
            <pc:docMk/>
            <pc:sldMk cId="3190335222" sldId="293"/>
            <ac:picMk id="6" creationId="{911693E5-1149-6FB5-675B-978F52700E38}"/>
          </ac:picMkLst>
        </pc:picChg>
      </pc:sldChg>
      <pc:sldChg chg="addSp modSp">
        <pc:chgData name="Ciara Brown" userId="S::40295892@ads.qub.ac.uk::5376d550-e101-45d3-8d52-a15e785c6338" providerId="AD" clId="Web-{E0FEABEF-03C0-EEB3-BBFF-0EAAA91D5DD0}" dt="2025-12-16T15:05:47.567" v="367" actId="20577"/>
        <pc:sldMkLst>
          <pc:docMk/>
          <pc:sldMk cId="168234735" sldId="294"/>
        </pc:sldMkLst>
        <pc:spChg chg="mod">
          <ac:chgData name="Ciara Brown" userId="S::40295892@ads.qub.ac.uk::5376d550-e101-45d3-8d52-a15e785c6338" providerId="AD" clId="Web-{E0FEABEF-03C0-EEB3-BBFF-0EAAA91D5DD0}" dt="2025-12-16T15:05:47.567" v="367" actId="20577"/>
          <ac:spMkLst>
            <pc:docMk/>
            <pc:sldMk cId="168234735" sldId="294"/>
            <ac:spMk id="7" creationId="{DF90A120-BF69-B80A-11D1-D1192B3E5365}"/>
          </ac:spMkLst>
        </pc:spChg>
        <pc:spChg chg="mod">
          <ac:chgData name="Ciara Brown" userId="S::40295892@ads.qub.ac.uk::5376d550-e101-45d3-8d52-a15e785c6338" providerId="AD" clId="Web-{E0FEABEF-03C0-EEB3-BBFF-0EAAA91D5DD0}" dt="2025-12-16T14:25:02.819" v="147" actId="20577"/>
          <ac:spMkLst>
            <pc:docMk/>
            <pc:sldMk cId="168234735" sldId="294"/>
            <ac:spMk id="9" creationId="{01C9EDF7-509F-E3FE-A456-39BBF097EEC7}"/>
          </ac:spMkLst>
        </pc:spChg>
        <pc:picChg chg="add">
          <ac:chgData name="Ciara Brown" userId="S::40295892@ads.qub.ac.uk::5376d550-e101-45d3-8d52-a15e785c6338" providerId="AD" clId="Web-{E0FEABEF-03C0-EEB3-BBFF-0EAAA91D5DD0}" dt="2025-12-16T14:52:10.475" v="315"/>
          <ac:picMkLst>
            <pc:docMk/>
            <pc:sldMk cId="168234735" sldId="294"/>
            <ac:picMk id="4" creationId="{A7A36120-5F81-4783-794F-E87E8C2C8ACC}"/>
          </ac:picMkLst>
        </pc:picChg>
      </pc:sldChg>
      <pc:sldChg chg="addSp">
        <pc:chgData name="Ciara Brown" userId="S::40295892@ads.qub.ac.uk::5376d550-e101-45d3-8d52-a15e785c6338" providerId="AD" clId="Web-{E0FEABEF-03C0-EEB3-BBFF-0EAAA91D5DD0}" dt="2025-12-16T14:52:15.209" v="316"/>
        <pc:sldMkLst>
          <pc:docMk/>
          <pc:sldMk cId="1290441449" sldId="296"/>
        </pc:sldMkLst>
        <pc:picChg chg="add">
          <ac:chgData name="Ciara Brown" userId="S::40295892@ads.qub.ac.uk::5376d550-e101-45d3-8d52-a15e785c6338" providerId="AD" clId="Web-{E0FEABEF-03C0-EEB3-BBFF-0EAAA91D5DD0}" dt="2025-12-16T14:52:15.209" v="316"/>
          <ac:picMkLst>
            <pc:docMk/>
            <pc:sldMk cId="1290441449" sldId="296"/>
            <ac:picMk id="6" creationId="{397E7BF9-8CB6-D45E-2937-3258BA74AEB6}"/>
          </ac:picMkLst>
        </pc:picChg>
      </pc:sldChg>
      <pc:sldChg chg="addSp modSp">
        <pc:chgData name="Ciara Brown" userId="S::40295892@ads.qub.ac.uk::5376d550-e101-45d3-8d52-a15e785c6338" providerId="AD" clId="Web-{E0FEABEF-03C0-EEB3-BBFF-0EAAA91D5DD0}" dt="2025-12-16T14:44:03.473" v="277" actId="14100"/>
        <pc:sldMkLst>
          <pc:docMk/>
          <pc:sldMk cId="3434804388" sldId="298"/>
        </pc:sldMkLst>
        <pc:spChg chg="add mod">
          <ac:chgData name="Ciara Brown" userId="S::40295892@ads.qub.ac.uk::5376d550-e101-45d3-8d52-a15e785c6338" providerId="AD" clId="Web-{E0FEABEF-03C0-EEB3-BBFF-0EAAA91D5DD0}" dt="2025-12-16T14:43:49.113" v="276" actId="14100"/>
          <ac:spMkLst>
            <pc:docMk/>
            <pc:sldMk cId="3434804388" sldId="298"/>
            <ac:spMk id="3" creationId="{3ADE4029-EE59-D900-9BA2-8EE5992E7AA0}"/>
          </ac:spMkLst>
        </pc:spChg>
        <pc:spChg chg="mod">
          <ac:chgData name="Ciara Brown" userId="S::40295892@ads.qub.ac.uk::5376d550-e101-45d3-8d52-a15e785c6338" providerId="AD" clId="Web-{E0FEABEF-03C0-EEB3-BBFF-0EAAA91D5DD0}" dt="2025-12-16T14:29:27.572" v="230" actId="20577"/>
          <ac:spMkLst>
            <pc:docMk/>
            <pc:sldMk cId="3434804388" sldId="298"/>
            <ac:spMk id="8" creationId="{2915D82C-6271-9428-402A-E31A66DEB038}"/>
          </ac:spMkLst>
        </pc:spChg>
        <pc:spChg chg="mod">
          <ac:chgData name="Ciara Brown" userId="S::40295892@ads.qub.ac.uk::5376d550-e101-45d3-8d52-a15e785c6338" providerId="AD" clId="Web-{E0FEABEF-03C0-EEB3-BBFF-0EAAA91D5DD0}" dt="2025-12-16T14:25:19.977" v="150" actId="1076"/>
          <ac:spMkLst>
            <pc:docMk/>
            <pc:sldMk cId="3434804388" sldId="298"/>
            <ac:spMk id="11" creationId="{0837E072-5E6B-6F49-B5B1-5B31A2798B7E}"/>
          </ac:spMkLst>
        </pc:spChg>
        <pc:picChg chg="mod">
          <ac:chgData name="Ciara Brown" userId="S::40295892@ads.qub.ac.uk::5376d550-e101-45d3-8d52-a15e785c6338" providerId="AD" clId="Web-{E0FEABEF-03C0-EEB3-BBFF-0EAAA91D5DD0}" dt="2025-12-16T14:44:03.473" v="277" actId="14100"/>
          <ac:picMkLst>
            <pc:docMk/>
            <pc:sldMk cId="3434804388" sldId="298"/>
            <ac:picMk id="10" creationId="{7E2F586B-85B2-5014-579A-619B9D8D3488}"/>
          </ac:picMkLst>
        </pc:picChg>
      </pc:sldChg>
    </pc:docChg>
  </pc:docChgLst>
  <pc:docChgLst>
    <pc:chgData name="Utkarsh Awasthi" userId="S::40490288@ads.qub.ac.uk::ad4f256f-da97-4041-8145-32bceb3f78cb" providerId="AD" clId="Web-{22AA1436-22E0-32BB-BE44-B2F04F9A4DF3}"/>
    <pc:docChg chg="delSld modSld">
      <pc:chgData name="Utkarsh Awasthi" userId="S::40490288@ads.qub.ac.uk::ad4f256f-da97-4041-8145-32bceb3f78cb" providerId="AD" clId="Web-{22AA1436-22E0-32BB-BE44-B2F04F9A4DF3}" dt="2025-12-04T19:49:08.433" v="425" actId="14100"/>
      <pc:docMkLst>
        <pc:docMk/>
      </pc:docMkLst>
      <pc:sldChg chg="addSp delSp modSp mod setBg setClrOvrMap">
        <pc:chgData name="Utkarsh Awasthi" userId="S::40490288@ads.qub.ac.uk::ad4f256f-da97-4041-8145-32bceb3f78cb" providerId="AD" clId="Web-{22AA1436-22E0-32BB-BE44-B2F04F9A4DF3}" dt="2025-12-04T19:08:01.752" v="158" actId="14100"/>
        <pc:sldMkLst>
          <pc:docMk/>
          <pc:sldMk cId="1937340273" sldId="260"/>
        </pc:sldMkLst>
        <pc:spChg chg="mod ord">
          <ac:chgData name="Utkarsh Awasthi" userId="S::40490288@ads.qub.ac.uk::ad4f256f-da97-4041-8145-32bceb3f78cb" providerId="AD" clId="Web-{22AA1436-22E0-32BB-BE44-B2F04F9A4DF3}" dt="2025-12-04T18:54:42.675" v="154"/>
          <ac:spMkLst>
            <pc:docMk/>
            <pc:sldMk cId="1937340273" sldId="260"/>
            <ac:spMk id="2" creationId="{90D1DB20-7DE2-104C-FDC7-84F19F022479}"/>
          </ac:spMkLst>
        </pc:spChg>
        <pc:spChg chg="add del">
          <ac:chgData name="Utkarsh Awasthi" userId="S::40490288@ads.qub.ac.uk::ad4f256f-da97-4041-8145-32bceb3f78cb" providerId="AD" clId="Web-{22AA1436-22E0-32BB-BE44-B2F04F9A4DF3}" dt="2025-12-04T18:54:42.675" v="154"/>
          <ac:spMkLst>
            <pc:docMk/>
            <pc:sldMk cId="1937340273" sldId="260"/>
            <ac:spMk id="103" creationId="{A93A089E-0A16-452C-B341-0F769780D262}"/>
          </ac:spMkLst>
        </pc:spChg>
        <pc:picChg chg="mod">
          <ac:chgData name="Utkarsh Awasthi" userId="S::40490288@ads.qub.ac.uk::ad4f256f-da97-4041-8145-32bceb3f78cb" providerId="AD" clId="Web-{22AA1436-22E0-32BB-BE44-B2F04F9A4DF3}" dt="2025-12-04T19:08:01.752" v="158" actId="14100"/>
          <ac:picMkLst>
            <pc:docMk/>
            <pc:sldMk cId="1937340273" sldId="260"/>
            <ac:picMk id="9" creationId="{F0317365-1D6A-F296-F538-477123DF13D0}"/>
          </ac:picMkLst>
        </pc:picChg>
      </pc:sldChg>
      <pc:sldChg chg="modSp">
        <pc:chgData name="Utkarsh Awasthi" userId="S::40490288@ads.qub.ac.uk::ad4f256f-da97-4041-8145-32bceb3f78cb" providerId="AD" clId="Web-{22AA1436-22E0-32BB-BE44-B2F04F9A4DF3}" dt="2025-12-04T18:13:01.095" v="3" actId="20577"/>
        <pc:sldMkLst>
          <pc:docMk/>
          <pc:sldMk cId="4100215138" sldId="262"/>
        </pc:sldMkLst>
        <pc:spChg chg="mod">
          <ac:chgData name="Utkarsh Awasthi" userId="S::40490288@ads.qub.ac.uk::ad4f256f-da97-4041-8145-32bceb3f78cb" providerId="AD" clId="Web-{22AA1436-22E0-32BB-BE44-B2F04F9A4DF3}" dt="2025-12-04T18:13:01.095" v="3" actId="20577"/>
          <ac:spMkLst>
            <pc:docMk/>
            <pc:sldMk cId="4100215138" sldId="262"/>
            <ac:spMk id="3" creationId="{8686B4D6-6D8E-DDC8-1381-4E16A03419C7}"/>
          </ac:spMkLst>
        </pc:spChg>
      </pc:sldChg>
      <pc:sldChg chg="modSp">
        <pc:chgData name="Utkarsh Awasthi" userId="S::40490288@ads.qub.ac.uk::ad4f256f-da97-4041-8145-32bceb3f78cb" providerId="AD" clId="Web-{22AA1436-22E0-32BB-BE44-B2F04F9A4DF3}" dt="2025-12-04T18:41:00.612" v="99" actId="14100"/>
        <pc:sldMkLst>
          <pc:docMk/>
          <pc:sldMk cId="2541104513" sldId="264"/>
        </pc:sldMkLst>
        <pc:spChg chg="mod">
          <ac:chgData name="Utkarsh Awasthi" userId="S::40490288@ads.qub.ac.uk::ad4f256f-da97-4041-8145-32bceb3f78cb" providerId="AD" clId="Web-{22AA1436-22E0-32BB-BE44-B2F04F9A4DF3}" dt="2025-12-04T18:40:54.409" v="98" actId="14100"/>
          <ac:spMkLst>
            <pc:docMk/>
            <pc:sldMk cId="2541104513" sldId="264"/>
            <ac:spMk id="3" creationId="{A9AE01DA-BC98-2FE1-DE4C-7BB44C4CA0ED}"/>
          </ac:spMkLst>
        </pc:spChg>
        <pc:picChg chg="mod">
          <ac:chgData name="Utkarsh Awasthi" userId="S::40490288@ads.qub.ac.uk::ad4f256f-da97-4041-8145-32bceb3f78cb" providerId="AD" clId="Web-{22AA1436-22E0-32BB-BE44-B2F04F9A4DF3}" dt="2025-12-04T18:41:00.612" v="99" actId="14100"/>
          <ac:picMkLst>
            <pc:docMk/>
            <pc:sldMk cId="2541104513" sldId="264"/>
            <ac:picMk id="16" creationId="{C41865B2-7C23-9C8F-02FF-31F50C4F650B}"/>
          </ac:picMkLst>
        </pc:picChg>
      </pc:sldChg>
      <pc:sldChg chg="addSp delSp modSp">
        <pc:chgData name="Utkarsh Awasthi" userId="S::40490288@ads.qub.ac.uk::ad4f256f-da97-4041-8145-32bceb3f78cb" providerId="AD" clId="Web-{22AA1436-22E0-32BB-BE44-B2F04F9A4DF3}" dt="2025-12-04T19:29:50.554" v="386" actId="20577"/>
        <pc:sldMkLst>
          <pc:docMk/>
          <pc:sldMk cId="1058383411" sldId="268"/>
        </pc:sldMkLst>
        <pc:spChg chg="mod">
          <ac:chgData name="Utkarsh Awasthi" userId="S::40490288@ads.qub.ac.uk::ad4f256f-da97-4041-8145-32bceb3f78cb" providerId="AD" clId="Web-{22AA1436-22E0-32BB-BE44-B2F04F9A4DF3}" dt="2025-12-04T18:26:03.834" v="46"/>
          <ac:spMkLst>
            <pc:docMk/>
            <pc:sldMk cId="1058383411" sldId="268"/>
            <ac:spMk id="2" creationId="{6536A5AC-7AAD-2868-C07E-498653F462D0}"/>
          </ac:spMkLst>
        </pc:spChg>
        <pc:spChg chg="mod ord">
          <ac:chgData name="Utkarsh Awasthi" userId="S::40490288@ads.qub.ac.uk::ad4f256f-da97-4041-8145-32bceb3f78cb" providerId="AD" clId="Web-{22AA1436-22E0-32BB-BE44-B2F04F9A4DF3}" dt="2025-12-04T19:29:50.554" v="386" actId="20577"/>
          <ac:spMkLst>
            <pc:docMk/>
            <pc:sldMk cId="1058383411" sldId="268"/>
            <ac:spMk id="3" creationId="{09625D78-E943-401B-282C-FDC17EEDFB99}"/>
          </ac:spMkLst>
        </pc:spChg>
        <pc:spChg chg="add">
          <ac:chgData name="Utkarsh Awasthi" userId="S::40490288@ads.qub.ac.uk::ad4f256f-da97-4041-8145-32bceb3f78cb" providerId="AD" clId="Web-{22AA1436-22E0-32BB-BE44-B2F04F9A4DF3}" dt="2025-12-04T18:26:03.834" v="46"/>
          <ac:spMkLst>
            <pc:docMk/>
            <pc:sldMk cId="1058383411" sldId="268"/>
            <ac:spMk id="34" creationId="{C77F74B7-5344-4985-8463-5B8EE7030F16}"/>
          </ac:spMkLst>
        </pc:spChg>
        <pc:spChg chg="add">
          <ac:chgData name="Utkarsh Awasthi" userId="S::40490288@ads.qub.ac.uk::ad4f256f-da97-4041-8145-32bceb3f78cb" providerId="AD" clId="Web-{22AA1436-22E0-32BB-BE44-B2F04F9A4DF3}" dt="2025-12-04T18:26:03.834" v="46"/>
          <ac:spMkLst>
            <pc:docMk/>
            <pc:sldMk cId="1058383411" sldId="268"/>
            <ac:spMk id="38" creationId="{0E38218E-B21F-433A-BB44-F15DE7DC66E9}"/>
          </ac:spMkLst>
        </pc:spChg>
        <pc:spChg chg="add">
          <ac:chgData name="Utkarsh Awasthi" userId="S::40490288@ads.qub.ac.uk::ad4f256f-da97-4041-8145-32bceb3f78cb" providerId="AD" clId="Web-{22AA1436-22E0-32BB-BE44-B2F04F9A4DF3}" dt="2025-12-04T18:26:03.834" v="46"/>
          <ac:spMkLst>
            <pc:docMk/>
            <pc:sldMk cId="1058383411" sldId="268"/>
            <ac:spMk id="40" creationId="{080DD7D4-CD57-4577-ACCC-43E1C72F77B9}"/>
          </ac:spMkLst>
        </pc:spChg>
        <pc:picChg chg="add mod modCrop">
          <ac:chgData name="Utkarsh Awasthi" userId="S::40490288@ads.qub.ac.uk::ad4f256f-da97-4041-8145-32bceb3f78cb" providerId="AD" clId="Web-{22AA1436-22E0-32BB-BE44-B2F04F9A4DF3}" dt="2025-12-04T18:28:23.092" v="66" actId="1076"/>
          <ac:picMkLst>
            <pc:docMk/>
            <pc:sldMk cId="1058383411" sldId="268"/>
            <ac:picMk id="10" creationId="{8F5BCC18-55CD-0486-23D9-2A3D270D814D}"/>
          </ac:picMkLst>
        </pc:picChg>
        <pc:picChg chg="ord">
          <ac:chgData name="Utkarsh Awasthi" userId="S::40490288@ads.qub.ac.uk::ad4f256f-da97-4041-8145-32bceb3f78cb" providerId="AD" clId="Web-{22AA1436-22E0-32BB-BE44-B2F04F9A4DF3}" dt="2025-12-04T18:26:03.834" v="46"/>
          <ac:picMkLst>
            <pc:docMk/>
            <pc:sldMk cId="1058383411" sldId="268"/>
            <ac:picMk id="11" creationId="{9A455E71-BDA9-B353-A7BD-9FD1A6F40702}"/>
          </ac:picMkLst>
        </pc:picChg>
        <pc:picChg chg="add mod modCrop">
          <ac:chgData name="Utkarsh Awasthi" userId="S::40490288@ads.qub.ac.uk::ad4f256f-da97-4041-8145-32bceb3f78cb" providerId="AD" clId="Web-{22AA1436-22E0-32BB-BE44-B2F04F9A4DF3}" dt="2025-12-04T18:28:25.530" v="67" actId="1076"/>
          <ac:picMkLst>
            <pc:docMk/>
            <pc:sldMk cId="1058383411" sldId="268"/>
            <ac:picMk id="12" creationId="{DEA9D66D-34E0-DC82-5538-BF501DD49F19}"/>
          </ac:picMkLst>
        </pc:picChg>
      </pc:sldChg>
      <pc:sldChg chg="modSp">
        <pc:chgData name="Utkarsh Awasthi" userId="S::40490288@ads.qub.ac.uk::ad4f256f-da97-4041-8145-32bceb3f78cb" providerId="AD" clId="Web-{22AA1436-22E0-32BB-BE44-B2F04F9A4DF3}" dt="2025-12-04T18:33:08.710" v="76" actId="20577"/>
        <pc:sldMkLst>
          <pc:docMk/>
          <pc:sldMk cId="2783888995" sldId="269"/>
        </pc:sldMkLst>
        <pc:spChg chg="mod">
          <ac:chgData name="Utkarsh Awasthi" userId="S::40490288@ads.qub.ac.uk::ad4f256f-da97-4041-8145-32bceb3f78cb" providerId="AD" clId="Web-{22AA1436-22E0-32BB-BE44-B2F04F9A4DF3}" dt="2025-12-04T18:33:08.710" v="76" actId="20577"/>
          <ac:spMkLst>
            <pc:docMk/>
            <pc:sldMk cId="2783888995" sldId="269"/>
            <ac:spMk id="3" creationId="{53BC39D5-1F9F-6021-789B-DB493DDB122D}"/>
          </ac:spMkLst>
        </pc:spChg>
      </pc:sldChg>
      <pc:sldChg chg="delSp modSp">
        <pc:chgData name="Utkarsh Awasthi" userId="S::40490288@ads.qub.ac.uk::ad4f256f-da97-4041-8145-32bceb3f78cb" providerId="AD" clId="Web-{22AA1436-22E0-32BB-BE44-B2F04F9A4DF3}" dt="2025-12-04T18:34:16.852" v="88" actId="14100"/>
        <pc:sldMkLst>
          <pc:docMk/>
          <pc:sldMk cId="168068795" sldId="272"/>
        </pc:sldMkLst>
        <pc:spChg chg="mod">
          <ac:chgData name="Utkarsh Awasthi" userId="S::40490288@ads.qub.ac.uk::ad4f256f-da97-4041-8145-32bceb3f78cb" providerId="AD" clId="Web-{22AA1436-22E0-32BB-BE44-B2F04F9A4DF3}" dt="2025-12-04T18:34:11.540" v="87" actId="14100"/>
          <ac:spMkLst>
            <pc:docMk/>
            <pc:sldMk cId="168068795" sldId="272"/>
            <ac:spMk id="5" creationId="{F71077CC-8A71-B216-4328-E627801C17A8}"/>
          </ac:spMkLst>
        </pc:spChg>
        <pc:picChg chg="mod">
          <ac:chgData name="Utkarsh Awasthi" userId="S::40490288@ads.qub.ac.uk::ad4f256f-da97-4041-8145-32bceb3f78cb" providerId="AD" clId="Web-{22AA1436-22E0-32BB-BE44-B2F04F9A4DF3}" dt="2025-12-04T18:34:16.852" v="88" actId="14100"/>
          <ac:picMkLst>
            <pc:docMk/>
            <pc:sldMk cId="168068795" sldId="272"/>
            <ac:picMk id="7" creationId="{09AAA542-AC6A-4CE6-5F64-85891CD97D8A}"/>
          </ac:picMkLst>
        </pc:picChg>
      </pc:sldChg>
      <pc:sldChg chg="modSp">
        <pc:chgData name="Utkarsh Awasthi" userId="S::40490288@ads.qub.ac.uk::ad4f256f-da97-4041-8145-32bceb3f78cb" providerId="AD" clId="Web-{22AA1436-22E0-32BB-BE44-B2F04F9A4DF3}" dt="2025-12-04T18:39:12.971" v="97" actId="20577"/>
        <pc:sldMkLst>
          <pc:docMk/>
          <pc:sldMk cId="620870971" sldId="273"/>
        </pc:sldMkLst>
        <pc:spChg chg="mod">
          <ac:chgData name="Utkarsh Awasthi" userId="S::40490288@ads.qub.ac.uk::ad4f256f-da97-4041-8145-32bceb3f78cb" providerId="AD" clId="Web-{22AA1436-22E0-32BB-BE44-B2F04F9A4DF3}" dt="2025-12-04T18:39:12.971" v="97" actId="20577"/>
          <ac:spMkLst>
            <pc:docMk/>
            <pc:sldMk cId="620870971" sldId="273"/>
            <ac:spMk id="7" creationId="{0AF182DA-60D4-FF37-7910-F19F89F3634B}"/>
          </ac:spMkLst>
        </pc:spChg>
        <pc:spChg chg="mod">
          <ac:chgData name="Utkarsh Awasthi" userId="S::40490288@ads.qub.ac.uk::ad4f256f-da97-4041-8145-32bceb3f78cb" providerId="AD" clId="Web-{22AA1436-22E0-32BB-BE44-B2F04F9A4DF3}" dt="2025-12-04T18:39:08.392" v="95" actId="20577"/>
          <ac:spMkLst>
            <pc:docMk/>
            <pc:sldMk cId="620870971" sldId="273"/>
            <ac:spMk id="9" creationId="{6017DAAA-BDBB-29CE-0483-E49B059B1C86}"/>
          </ac:spMkLst>
        </pc:spChg>
        <pc:picChg chg="mod">
          <ac:chgData name="Utkarsh Awasthi" userId="S::40490288@ads.qub.ac.uk::ad4f256f-da97-4041-8145-32bceb3f78cb" providerId="AD" clId="Web-{22AA1436-22E0-32BB-BE44-B2F04F9A4DF3}" dt="2025-12-04T18:38:49.095" v="92" actId="1076"/>
          <ac:picMkLst>
            <pc:docMk/>
            <pc:sldMk cId="620870971" sldId="273"/>
            <ac:picMk id="8" creationId="{EF281064-5A8D-C879-7794-993733D49C2A}"/>
          </ac:picMkLst>
        </pc:picChg>
      </pc:sldChg>
      <pc:sldChg chg="modSp">
        <pc:chgData name="Utkarsh Awasthi" userId="S::40490288@ads.qub.ac.uk::ad4f256f-da97-4041-8145-32bceb3f78cb" providerId="AD" clId="Web-{22AA1436-22E0-32BB-BE44-B2F04F9A4DF3}" dt="2025-12-04T19:49:08.433" v="425" actId="14100"/>
        <pc:sldMkLst>
          <pc:docMk/>
          <pc:sldMk cId="664851472" sldId="274"/>
        </pc:sldMkLst>
        <pc:spChg chg="mod">
          <ac:chgData name="Utkarsh Awasthi" userId="S::40490288@ads.qub.ac.uk::ad4f256f-da97-4041-8145-32bceb3f78cb" providerId="AD" clId="Web-{22AA1436-22E0-32BB-BE44-B2F04F9A4DF3}" dt="2025-12-04T19:09:13.565" v="188" actId="14100"/>
          <ac:spMkLst>
            <pc:docMk/>
            <pc:sldMk cId="664851472" sldId="274"/>
            <ac:spMk id="2" creationId="{DEC1A674-225E-5D34-5879-0E0EC936E9E7}"/>
          </ac:spMkLst>
        </pc:spChg>
        <pc:spChg chg="mod">
          <ac:chgData name="Utkarsh Awasthi" userId="S::40490288@ads.qub.ac.uk::ad4f256f-da97-4041-8145-32bceb3f78cb" providerId="AD" clId="Web-{22AA1436-22E0-32BB-BE44-B2F04F9A4DF3}" dt="2025-12-04T19:49:08.433" v="425" actId="14100"/>
          <ac:spMkLst>
            <pc:docMk/>
            <pc:sldMk cId="664851472" sldId="274"/>
            <ac:spMk id="9" creationId="{E474F1C2-8EF1-F589-311C-FE8520DE0F85}"/>
          </ac:spMkLst>
        </pc:spChg>
        <pc:picChg chg="mod">
          <ac:chgData name="Utkarsh Awasthi" userId="S::40490288@ads.qub.ac.uk::ad4f256f-da97-4041-8145-32bceb3f78cb" providerId="AD" clId="Web-{22AA1436-22E0-32BB-BE44-B2F04F9A4DF3}" dt="2025-12-04T19:48:28.433" v="416" actId="1076"/>
          <ac:picMkLst>
            <pc:docMk/>
            <pc:sldMk cId="664851472" sldId="274"/>
            <ac:picMk id="7" creationId="{C224D7BB-5E64-A700-BF7C-455FF896CF1A}"/>
          </ac:picMkLst>
        </pc:picChg>
      </pc:sldChg>
    </pc:docChg>
  </pc:docChgLst>
  <pc:docChgLst>
    <pc:chgData name="Cameron Hedderman" userId="S::40327226@ads.qub.ac.uk::350cfffd-156e-4957-948e-d3a8d49757db" providerId="AD" clId="Web-{FF7D91FE-D9BF-0117-BBD2-B572954E1B13}"/>
    <pc:docChg chg="addSld delSld modSld">
      <pc:chgData name="Cameron Hedderman" userId="S::40327226@ads.qub.ac.uk::350cfffd-156e-4957-948e-d3a8d49757db" providerId="AD" clId="Web-{FF7D91FE-D9BF-0117-BBD2-B572954E1B13}" dt="2025-12-11T18:06:48.304" v="1488" actId="20577"/>
      <pc:docMkLst>
        <pc:docMk/>
      </pc:docMkLst>
      <pc:sldChg chg="addSp modSp">
        <pc:chgData name="Cameron Hedderman" userId="S::40327226@ads.qub.ac.uk::350cfffd-156e-4957-948e-d3a8d49757db" providerId="AD" clId="Web-{FF7D91FE-D9BF-0117-BBD2-B572954E1B13}" dt="2025-12-11T17:25:22.699" v="1411" actId="20577"/>
        <pc:sldMkLst>
          <pc:docMk/>
          <pc:sldMk cId="1058383411" sldId="268"/>
        </pc:sldMkLst>
        <pc:spChg chg="mod">
          <ac:chgData name="Cameron Hedderman" userId="S::40327226@ads.qub.ac.uk::350cfffd-156e-4957-948e-d3a8d49757db" providerId="AD" clId="Web-{FF7D91FE-D9BF-0117-BBD2-B572954E1B13}" dt="2025-12-11T16:36:10.596" v="922" actId="20577"/>
          <ac:spMkLst>
            <pc:docMk/>
            <pc:sldMk cId="1058383411" sldId="268"/>
            <ac:spMk id="2" creationId="{6536A5AC-7AAD-2868-C07E-498653F462D0}"/>
          </ac:spMkLst>
        </pc:spChg>
        <pc:spChg chg="mod">
          <ac:chgData name="Cameron Hedderman" userId="S::40327226@ads.qub.ac.uk::350cfffd-156e-4957-948e-d3a8d49757db" providerId="AD" clId="Web-{FF7D91FE-D9BF-0117-BBD2-B572954E1B13}" dt="2025-12-11T17:25:22.699" v="1411" actId="20577"/>
          <ac:spMkLst>
            <pc:docMk/>
            <pc:sldMk cId="1058383411" sldId="268"/>
            <ac:spMk id="3" creationId="{09625D78-E943-401B-282C-FDC17EEDFB99}"/>
          </ac:spMkLst>
        </pc:spChg>
        <pc:spChg chg="add mod">
          <ac:chgData name="Cameron Hedderman" userId="S::40327226@ads.qub.ac.uk::350cfffd-156e-4957-948e-d3a8d49757db" providerId="AD" clId="Web-{FF7D91FE-D9BF-0117-BBD2-B572954E1B13}" dt="2025-12-11T15:59:42.400" v="725" actId="1076"/>
          <ac:spMkLst>
            <pc:docMk/>
            <pc:sldMk cId="1058383411" sldId="268"/>
            <ac:spMk id="5" creationId="{D8425BF3-9093-F8E4-602D-39E445AFFA64}"/>
          </ac:spMkLst>
        </pc:spChg>
        <pc:spChg chg="add mod">
          <ac:chgData name="Cameron Hedderman" userId="S::40327226@ads.qub.ac.uk::350cfffd-156e-4957-948e-d3a8d49757db" providerId="AD" clId="Web-{FF7D91FE-D9BF-0117-BBD2-B572954E1B13}" dt="2025-12-11T17:02:08.498" v="1171" actId="14100"/>
          <ac:spMkLst>
            <pc:docMk/>
            <pc:sldMk cId="1058383411" sldId="268"/>
            <ac:spMk id="6" creationId="{16388E36-6017-10BA-8CF0-D3C180CDE2FC}"/>
          </ac:spMkLst>
        </pc:spChg>
        <pc:picChg chg="mod">
          <ac:chgData name="Cameron Hedderman" userId="S::40327226@ads.qub.ac.uk::350cfffd-156e-4957-948e-d3a8d49757db" providerId="AD" clId="Web-{FF7D91FE-D9BF-0117-BBD2-B572954E1B13}" dt="2025-12-11T15:58:35.492" v="714" actId="1076"/>
          <ac:picMkLst>
            <pc:docMk/>
            <pc:sldMk cId="1058383411" sldId="268"/>
            <ac:picMk id="10" creationId="{8F5BCC18-55CD-0486-23D9-2A3D270D814D}"/>
          </ac:picMkLst>
        </pc:picChg>
        <pc:picChg chg="mod ord">
          <ac:chgData name="Cameron Hedderman" userId="S::40327226@ads.qub.ac.uk::350cfffd-156e-4957-948e-d3a8d49757db" providerId="AD" clId="Web-{FF7D91FE-D9BF-0117-BBD2-B572954E1B13}" dt="2025-12-11T16:07:47.517" v="771" actId="1076"/>
          <ac:picMkLst>
            <pc:docMk/>
            <pc:sldMk cId="1058383411" sldId="268"/>
            <ac:picMk id="11" creationId="{9A455E71-BDA9-B353-A7BD-9FD1A6F40702}"/>
          </ac:picMkLst>
        </pc:picChg>
        <pc:picChg chg="mod">
          <ac:chgData name="Cameron Hedderman" userId="S::40327226@ads.qub.ac.uk::350cfffd-156e-4957-948e-d3a8d49757db" providerId="AD" clId="Web-{FF7D91FE-D9BF-0117-BBD2-B572954E1B13}" dt="2025-12-11T16:07:43.501" v="770" actId="1076"/>
          <ac:picMkLst>
            <pc:docMk/>
            <pc:sldMk cId="1058383411" sldId="268"/>
            <ac:picMk id="12" creationId="{DEA9D66D-34E0-DC82-5538-BF501DD49F19}"/>
          </ac:picMkLst>
        </pc:picChg>
      </pc:sldChg>
      <pc:sldChg chg="addSp delSp modSp">
        <pc:chgData name="Cameron Hedderman" userId="S::40327226@ads.qub.ac.uk::350cfffd-156e-4957-948e-d3a8d49757db" providerId="AD" clId="Web-{FF7D91FE-D9BF-0117-BBD2-B572954E1B13}" dt="2025-12-11T17:40:34.153" v="1432" actId="20577"/>
        <pc:sldMkLst>
          <pc:docMk/>
          <pc:sldMk cId="620870971" sldId="273"/>
        </pc:sldMkLst>
        <pc:spChg chg="add mod">
          <ac:chgData name="Cameron Hedderman" userId="S::40327226@ads.qub.ac.uk::350cfffd-156e-4957-948e-d3a8d49757db" providerId="AD" clId="Web-{FF7D91FE-D9BF-0117-BBD2-B572954E1B13}" dt="2025-12-11T17:17:53.065" v="1399" actId="14100"/>
          <ac:spMkLst>
            <pc:docMk/>
            <pc:sldMk cId="620870971" sldId="273"/>
            <ac:spMk id="4" creationId="{A0237D7F-DDD1-A294-7BA8-25C9A105D83A}"/>
          </ac:spMkLst>
        </pc:spChg>
        <pc:spChg chg="mod">
          <ac:chgData name="Cameron Hedderman" userId="S::40327226@ads.qub.ac.uk::350cfffd-156e-4957-948e-d3a8d49757db" providerId="AD" clId="Web-{FF7D91FE-D9BF-0117-BBD2-B572954E1B13}" dt="2025-12-11T17:11:21.198" v="1248" actId="14100"/>
          <ac:spMkLst>
            <pc:docMk/>
            <pc:sldMk cId="620870971" sldId="273"/>
            <ac:spMk id="7" creationId="{0AF182DA-60D4-FF37-7910-F19F89F3634B}"/>
          </ac:spMkLst>
        </pc:spChg>
        <pc:spChg chg="mod">
          <ac:chgData name="Cameron Hedderman" userId="S::40327226@ads.qub.ac.uk::350cfffd-156e-4957-948e-d3a8d49757db" providerId="AD" clId="Web-{FF7D91FE-D9BF-0117-BBD2-B572954E1B13}" dt="2025-12-11T17:40:34.153" v="1432" actId="20577"/>
          <ac:spMkLst>
            <pc:docMk/>
            <pc:sldMk cId="620870971" sldId="273"/>
            <ac:spMk id="9" creationId="{6017DAAA-BDBB-29CE-0483-E49B059B1C86}"/>
          </ac:spMkLst>
        </pc:spChg>
        <pc:spChg chg="mod">
          <ac:chgData name="Cameron Hedderman" userId="S::40327226@ads.qub.ac.uk::350cfffd-156e-4957-948e-d3a8d49757db" providerId="AD" clId="Web-{FF7D91FE-D9BF-0117-BBD2-B572954E1B13}" dt="2025-12-11T17:12:16.328" v="1308" actId="20577"/>
          <ac:spMkLst>
            <pc:docMk/>
            <pc:sldMk cId="620870971" sldId="273"/>
            <ac:spMk id="10" creationId="{AEFC6411-8958-5607-9097-3FFE56020039}"/>
          </ac:spMkLst>
        </pc:spChg>
        <pc:spChg chg="mod">
          <ac:chgData name="Cameron Hedderman" userId="S::40327226@ads.qub.ac.uk::350cfffd-156e-4957-948e-d3a8d49757db" providerId="AD" clId="Web-{FF7D91FE-D9BF-0117-BBD2-B572954E1B13}" dt="2025-12-11T17:08:52.583" v="1194" actId="14100"/>
          <ac:spMkLst>
            <pc:docMk/>
            <pc:sldMk cId="620870971" sldId="273"/>
            <ac:spMk id="12" creationId="{BB25F521-140B-CE3F-A092-936EAA0892AA}"/>
          </ac:spMkLst>
        </pc:spChg>
        <pc:picChg chg="add">
          <ac:chgData name="Cameron Hedderman" userId="S::40327226@ads.qub.ac.uk::350cfffd-156e-4957-948e-d3a8d49757db" providerId="AD" clId="Web-{FF7D91FE-D9BF-0117-BBD2-B572954E1B13}" dt="2025-12-11T16:58:17.398" v="1160"/>
          <ac:picMkLst>
            <pc:docMk/>
            <pc:sldMk cId="620870971" sldId="273"/>
            <ac:picMk id="3" creationId="{9F711E1A-BEA4-85DB-1C02-1045F6A63441}"/>
          </ac:picMkLst>
        </pc:picChg>
        <pc:picChg chg="mod">
          <ac:chgData name="Cameron Hedderman" userId="S::40327226@ads.qub.ac.uk::350cfffd-156e-4957-948e-d3a8d49757db" providerId="AD" clId="Web-{FF7D91FE-D9BF-0117-BBD2-B572954E1B13}" dt="2025-12-11T17:10:13.880" v="1235" actId="14100"/>
          <ac:picMkLst>
            <pc:docMk/>
            <pc:sldMk cId="620870971" sldId="273"/>
            <ac:picMk id="8" creationId="{EF281064-5A8D-C879-7794-993733D49C2A}"/>
          </ac:picMkLst>
        </pc:picChg>
      </pc:sldChg>
      <pc:sldChg chg="addSp modSp">
        <pc:chgData name="Cameron Hedderman" userId="S::40327226@ads.qub.ac.uk::350cfffd-156e-4957-948e-d3a8d49757db" providerId="AD" clId="Web-{FF7D91FE-D9BF-0117-BBD2-B572954E1B13}" dt="2025-12-11T17:01:47.904" v="1166" actId="14100"/>
        <pc:sldMkLst>
          <pc:docMk/>
          <pc:sldMk cId="664851472" sldId="274"/>
        </pc:sldMkLst>
        <pc:spChg chg="mod">
          <ac:chgData name="Cameron Hedderman" userId="S::40327226@ads.qub.ac.uk::350cfffd-156e-4957-948e-d3a8d49757db" providerId="AD" clId="Web-{FF7D91FE-D9BF-0117-BBD2-B572954E1B13}" dt="2025-12-11T16:19:57.393" v="816" actId="14100"/>
          <ac:spMkLst>
            <pc:docMk/>
            <pc:sldMk cId="664851472" sldId="274"/>
            <ac:spMk id="2" creationId="{DEC1A674-225E-5D34-5879-0E0EC936E9E7}"/>
          </ac:spMkLst>
        </pc:spChg>
        <pc:spChg chg="add mod">
          <ac:chgData name="Cameron Hedderman" userId="S::40327226@ads.qub.ac.uk::350cfffd-156e-4957-948e-d3a8d49757db" providerId="AD" clId="Web-{FF7D91FE-D9BF-0117-BBD2-B572954E1B13}" dt="2025-12-11T17:01:47.904" v="1166" actId="14100"/>
          <ac:spMkLst>
            <pc:docMk/>
            <pc:sldMk cId="664851472" sldId="274"/>
            <ac:spMk id="4" creationId="{76C8D40C-A187-1DAF-ECA1-0534F9B4CA8D}"/>
          </ac:spMkLst>
        </pc:spChg>
        <pc:spChg chg="mod">
          <ac:chgData name="Cameron Hedderman" userId="S::40327226@ads.qub.ac.uk::350cfffd-156e-4957-948e-d3a8d49757db" providerId="AD" clId="Web-{FF7D91FE-D9BF-0117-BBD2-B572954E1B13}" dt="2025-12-11T16:07:14.344" v="766" actId="20577"/>
          <ac:spMkLst>
            <pc:docMk/>
            <pc:sldMk cId="664851472" sldId="274"/>
            <ac:spMk id="9" creationId="{E474F1C2-8EF1-F589-311C-FE8520DE0F85}"/>
          </ac:spMkLst>
        </pc:spChg>
        <pc:picChg chg="mod">
          <ac:chgData name="Cameron Hedderman" userId="S::40327226@ads.qub.ac.uk::350cfffd-156e-4957-948e-d3a8d49757db" providerId="AD" clId="Web-{FF7D91FE-D9BF-0117-BBD2-B572954E1B13}" dt="2025-12-11T15:57:45.820" v="682" actId="1076"/>
          <ac:picMkLst>
            <pc:docMk/>
            <pc:sldMk cId="664851472" sldId="274"/>
            <ac:picMk id="7" creationId="{C224D7BB-5E64-A700-BF7C-455FF896CF1A}"/>
          </ac:picMkLst>
        </pc:picChg>
      </pc:sldChg>
      <pc:sldChg chg="modSp add replId">
        <pc:chgData name="Cameron Hedderman" userId="S::40327226@ads.qub.ac.uk::350cfffd-156e-4957-948e-d3a8d49757db" providerId="AD" clId="Web-{FF7D91FE-D9BF-0117-BBD2-B572954E1B13}" dt="2025-12-11T17:04:16.141" v="1175" actId="20577"/>
        <pc:sldMkLst>
          <pc:docMk/>
          <pc:sldMk cId="1692406371" sldId="275"/>
        </pc:sldMkLst>
        <pc:spChg chg="mod">
          <ac:chgData name="Cameron Hedderman" userId="S::40327226@ads.qub.ac.uk::350cfffd-156e-4957-948e-d3a8d49757db" providerId="AD" clId="Web-{FF7D91FE-D9BF-0117-BBD2-B572954E1B13}" dt="2025-12-11T15:52:54.767" v="537" actId="14100"/>
          <ac:spMkLst>
            <pc:docMk/>
            <pc:sldMk cId="1692406371" sldId="275"/>
            <ac:spMk id="2" creationId="{F659BE52-E505-E1F9-2D29-A216A5D17362}"/>
          </ac:spMkLst>
        </pc:spChg>
        <pc:spChg chg="mod">
          <ac:chgData name="Cameron Hedderman" userId="S::40327226@ads.qub.ac.uk::350cfffd-156e-4957-948e-d3a8d49757db" providerId="AD" clId="Web-{FF7D91FE-D9BF-0117-BBD2-B572954E1B13}" dt="2025-12-11T17:04:16.141" v="1175" actId="20577"/>
          <ac:spMkLst>
            <pc:docMk/>
            <pc:sldMk cId="1692406371" sldId="275"/>
            <ac:spMk id="3" creationId="{0CD56E63-2CAB-19D2-3BD8-9609795210C2}"/>
          </ac:spMkLst>
        </pc:spChg>
      </pc:sldChg>
      <pc:sldChg chg="addSp modSp new">
        <pc:chgData name="Cameron Hedderman" userId="S::40327226@ads.qub.ac.uk::350cfffd-156e-4957-948e-d3a8d49757db" providerId="AD" clId="Web-{FF7D91FE-D9BF-0117-BBD2-B572954E1B13}" dt="2025-12-11T18:06:48.304" v="1488" actId="20577"/>
        <pc:sldMkLst>
          <pc:docMk/>
          <pc:sldMk cId="617160336" sldId="276"/>
        </pc:sldMkLst>
        <pc:spChg chg="mod">
          <ac:chgData name="Cameron Hedderman" userId="S::40327226@ads.qub.ac.uk::350cfffd-156e-4957-948e-d3a8d49757db" providerId="AD" clId="Web-{FF7D91FE-D9BF-0117-BBD2-B572954E1B13}" dt="2025-12-11T18:06:48.304" v="1488" actId="20577"/>
          <ac:spMkLst>
            <pc:docMk/>
            <pc:sldMk cId="617160336" sldId="276"/>
            <ac:spMk id="3" creationId="{1A01E45E-EA6F-DEF9-925E-B8DF0ED7D5BC}"/>
          </ac:spMkLst>
        </pc:spChg>
        <pc:picChg chg="add mod">
          <ac:chgData name="Cameron Hedderman" userId="S::40327226@ads.qub.ac.uk::350cfffd-156e-4957-948e-d3a8d49757db" providerId="AD" clId="Web-{FF7D91FE-D9BF-0117-BBD2-B572954E1B13}" dt="2025-12-11T18:04:57.924" v="1439" actId="1076"/>
          <ac:picMkLst>
            <pc:docMk/>
            <pc:sldMk cId="617160336" sldId="276"/>
            <ac:picMk id="5" creationId="{A544E28C-07C2-0EC0-1CDD-68D812F4E122}"/>
          </ac:picMkLst>
        </pc:picChg>
      </pc:sldChg>
    </pc:docChg>
  </pc:docChgLst>
  <pc:docChgLst>
    <pc:chgData name="Ciara Brown" userId="S::40295892@ads.qub.ac.uk::5376d550-e101-45d3-8d52-a15e785c6338" providerId="AD" clId="Web-{3C8FE989-54D1-AFC1-3487-16E884257F63}"/>
    <pc:docChg chg="modSld">
      <pc:chgData name="Ciara Brown" userId="S::40295892@ads.qub.ac.uk::5376d550-e101-45d3-8d52-a15e785c6338" providerId="AD" clId="Web-{3C8FE989-54D1-AFC1-3487-16E884257F63}" dt="2025-12-16T03:18:52.247" v="324" actId="20577"/>
      <pc:docMkLst>
        <pc:docMk/>
      </pc:docMkLst>
      <pc:sldChg chg="modSp">
        <pc:chgData name="Ciara Brown" userId="S::40295892@ads.qub.ac.uk::5376d550-e101-45d3-8d52-a15e785c6338" providerId="AD" clId="Web-{3C8FE989-54D1-AFC1-3487-16E884257F63}" dt="2025-12-16T03:01:42.477" v="172" actId="20577"/>
        <pc:sldMkLst>
          <pc:docMk/>
          <pc:sldMk cId="1601408118" sldId="263"/>
        </pc:sldMkLst>
        <pc:spChg chg="mod">
          <ac:chgData name="Ciara Brown" userId="S::40295892@ads.qub.ac.uk::5376d550-e101-45d3-8d52-a15e785c6338" providerId="AD" clId="Web-{3C8FE989-54D1-AFC1-3487-16E884257F63}" dt="2025-12-16T03:01:42.477" v="172" actId="20577"/>
          <ac:spMkLst>
            <pc:docMk/>
            <pc:sldMk cId="1601408118" sldId="263"/>
            <ac:spMk id="6" creationId="{9BC6AC25-7507-0399-DF75-175966A890EC}"/>
          </ac:spMkLst>
        </pc:spChg>
      </pc:sldChg>
      <pc:sldChg chg="modSp">
        <pc:chgData name="Ciara Brown" userId="S::40295892@ads.qub.ac.uk::5376d550-e101-45d3-8d52-a15e785c6338" providerId="AD" clId="Web-{3C8FE989-54D1-AFC1-3487-16E884257F63}" dt="2025-12-16T03:05:21.071" v="236" actId="20577"/>
        <pc:sldMkLst>
          <pc:docMk/>
          <pc:sldMk cId="1692406371" sldId="275"/>
        </pc:sldMkLst>
        <pc:spChg chg="mod">
          <ac:chgData name="Ciara Brown" userId="S::40295892@ads.qub.ac.uk::5376d550-e101-45d3-8d52-a15e785c6338" providerId="AD" clId="Web-{3C8FE989-54D1-AFC1-3487-16E884257F63}" dt="2025-12-16T03:05:21.071" v="236" actId="20577"/>
          <ac:spMkLst>
            <pc:docMk/>
            <pc:sldMk cId="1692406371" sldId="275"/>
            <ac:spMk id="3" creationId="{0CD56E63-2CAB-19D2-3BD8-9609795210C2}"/>
          </ac:spMkLst>
        </pc:spChg>
      </pc:sldChg>
      <pc:sldChg chg="addSp delSp modSp">
        <pc:chgData name="Ciara Brown" userId="S::40295892@ads.qub.ac.uk::5376d550-e101-45d3-8d52-a15e785c6338" providerId="AD" clId="Web-{3C8FE989-54D1-AFC1-3487-16E884257F63}" dt="2025-12-16T03:18:52.247" v="324" actId="20577"/>
        <pc:sldMkLst>
          <pc:docMk/>
          <pc:sldMk cId="2155691582" sldId="290"/>
        </pc:sldMkLst>
        <pc:spChg chg="add mod">
          <ac:chgData name="Ciara Brown" userId="S::40295892@ads.qub.ac.uk::5376d550-e101-45d3-8d52-a15e785c6338" providerId="AD" clId="Web-{3C8FE989-54D1-AFC1-3487-16E884257F63}" dt="2025-12-16T03:18:52.247" v="324" actId="20577"/>
          <ac:spMkLst>
            <pc:docMk/>
            <pc:sldMk cId="2155691582" sldId="290"/>
            <ac:spMk id="4" creationId="{165C1150-EB90-62FA-ADCC-01CA903395BC}"/>
          </ac:spMkLst>
        </pc:spChg>
        <pc:spChg chg="add mod">
          <ac:chgData name="Ciara Brown" userId="S::40295892@ads.qub.ac.uk::5376d550-e101-45d3-8d52-a15e785c6338" providerId="AD" clId="Web-{3C8FE989-54D1-AFC1-3487-16E884257F63}" dt="2025-12-16T03:10:22.895" v="267" actId="20577"/>
          <ac:spMkLst>
            <pc:docMk/>
            <pc:sldMk cId="2155691582" sldId="290"/>
            <ac:spMk id="6" creationId="{10641C10-8C33-A874-4DA2-BC6EBFF47765}"/>
          </ac:spMkLst>
        </pc:spChg>
        <pc:spChg chg="del mod">
          <ac:chgData name="Ciara Brown" userId="S::40295892@ads.qub.ac.uk::5376d550-e101-45d3-8d52-a15e785c6338" providerId="AD" clId="Web-{3C8FE989-54D1-AFC1-3487-16E884257F63}" dt="2025-12-16T03:01:47.695" v="173"/>
          <ac:spMkLst>
            <pc:docMk/>
            <pc:sldMk cId="2155691582" sldId="290"/>
            <ac:spMk id="33" creationId="{DA57FE9A-9EF9-1A66-B09C-0E31B2E53A3A}"/>
          </ac:spMkLst>
        </pc:spChg>
        <pc:picChg chg="mod">
          <ac:chgData name="Ciara Brown" userId="S::40295892@ads.qub.ac.uk::5376d550-e101-45d3-8d52-a15e785c6338" providerId="AD" clId="Web-{3C8FE989-54D1-AFC1-3487-16E884257F63}" dt="2025-12-16T03:06:35.617" v="246" actId="1076"/>
          <ac:picMkLst>
            <pc:docMk/>
            <pc:sldMk cId="2155691582" sldId="290"/>
            <ac:picMk id="14" creationId="{562860BA-8466-F0BF-0177-1E7DC5A960F7}"/>
          </ac:picMkLst>
        </pc:picChg>
      </pc:sldChg>
      <pc:sldChg chg="modSp">
        <pc:chgData name="Ciara Brown" userId="S::40295892@ads.qub.ac.uk::5376d550-e101-45d3-8d52-a15e785c6338" providerId="AD" clId="Web-{3C8FE989-54D1-AFC1-3487-16E884257F63}" dt="2025-12-16T03:11:05.457" v="268" actId="1076"/>
        <pc:sldMkLst>
          <pc:docMk/>
          <pc:sldMk cId="3291029448" sldId="291"/>
        </pc:sldMkLst>
        <pc:picChg chg="mod">
          <ac:chgData name="Ciara Brown" userId="S::40295892@ads.qub.ac.uk::5376d550-e101-45d3-8d52-a15e785c6338" providerId="AD" clId="Web-{3C8FE989-54D1-AFC1-3487-16E884257F63}" dt="2025-12-16T03:11:05.457" v="268" actId="1076"/>
          <ac:picMkLst>
            <pc:docMk/>
            <pc:sldMk cId="3291029448" sldId="291"/>
            <ac:picMk id="13" creationId="{499D707E-BA5E-DEF9-630A-9D9F49EB6BDF}"/>
          </ac:picMkLst>
        </pc:picChg>
      </pc:sldChg>
    </pc:docChg>
  </pc:docChgLst>
  <pc:docChgLst>
    <pc:chgData name="Kendrick Kendrick" userId="S::40274936@ads.qub.ac.uk::70640412-34f1-4e49-badf-c024b3963d59" providerId="AD" clId="Web-{312A8FC8-2272-A44F-F389-8CC5D959CD2D}"/>
    <pc:docChg chg="modSld">
      <pc:chgData name="Kendrick Kendrick" userId="S::40274936@ads.qub.ac.uk::70640412-34f1-4e49-badf-c024b3963d59" providerId="AD" clId="Web-{312A8FC8-2272-A44F-F389-8CC5D959CD2D}" dt="2025-12-17T10:37:01.332" v="3" actId="20577"/>
      <pc:docMkLst>
        <pc:docMk/>
      </pc:docMkLst>
      <pc:sldChg chg="modSp">
        <pc:chgData name="Kendrick Kendrick" userId="S::40274936@ads.qub.ac.uk::70640412-34f1-4e49-badf-c024b3963d59" providerId="AD" clId="Web-{312A8FC8-2272-A44F-F389-8CC5D959CD2D}" dt="2025-12-17T10:37:01.332" v="3" actId="20577"/>
        <pc:sldMkLst>
          <pc:docMk/>
          <pc:sldMk cId="2540938127" sldId="281"/>
        </pc:sldMkLst>
        <pc:spChg chg="mod">
          <ac:chgData name="Kendrick Kendrick" userId="S::40274936@ads.qub.ac.uk::70640412-34f1-4e49-badf-c024b3963d59" providerId="AD" clId="Web-{312A8FC8-2272-A44F-F389-8CC5D959CD2D}" dt="2025-12-17T10:37:01.332" v="3" actId="20577"/>
          <ac:spMkLst>
            <pc:docMk/>
            <pc:sldMk cId="2540938127" sldId="281"/>
            <ac:spMk id="3" creationId="{B0EBB662-7F37-D63A-FFD4-B35966921DFF}"/>
          </ac:spMkLst>
        </pc:spChg>
      </pc:sldChg>
    </pc:docChg>
  </pc:docChgLst>
  <pc:docChgLst>
    <pc:chgData name="Kendrick Kendrick" userId="S::40274936@ads.qub.ac.uk::70640412-34f1-4e49-badf-c024b3963d59" providerId="AD" clId="Web-{9EB8A5E1-C790-CA7A-C2A7-FCD7B7914B9D}"/>
    <pc:docChg chg="modSld">
      <pc:chgData name="Kendrick Kendrick" userId="S::40274936@ads.qub.ac.uk::70640412-34f1-4e49-badf-c024b3963d59" providerId="AD" clId="Web-{9EB8A5E1-C790-CA7A-C2A7-FCD7B7914B9D}" dt="2025-12-16T19:56:50.881" v="7" actId="20577"/>
      <pc:docMkLst>
        <pc:docMk/>
      </pc:docMkLst>
      <pc:sldChg chg="modSp">
        <pc:chgData name="Kendrick Kendrick" userId="S::40274936@ads.qub.ac.uk::70640412-34f1-4e49-badf-c024b3963d59" providerId="AD" clId="Web-{9EB8A5E1-C790-CA7A-C2A7-FCD7B7914B9D}" dt="2025-12-16T19:53:09.965" v="2" actId="20577"/>
        <pc:sldMkLst>
          <pc:docMk/>
          <pc:sldMk cId="664851472" sldId="274"/>
        </pc:sldMkLst>
        <pc:spChg chg="mod">
          <ac:chgData name="Kendrick Kendrick" userId="S::40274936@ads.qub.ac.uk::70640412-34f1-4e49-badf-c024b3963d59" providerId="AD" clId="Web-{9EB8A5E1-C790-CA7A-C2A7-FCD7B7914B9D}" dt="2025-12-16T19:53:09.965" v="2" actId="20577"/>
          <ac:spMkLst>
            <pc:docMk/>
            <pc:sldMk cId="664851472" sldId="274"/>
            <ac:spMk id="9" creationId="{E474F1C2-8EF1-F589-311C-FE8520DE0F85}"/>
          </ac:spMkLst>
        </pc:spChg>
      </pc:sldChg>
      <pc:sldChg chg="modSp">
        <pc:chgData name="Kendrick Kendrick" userId="S::40274936@ads.qub.ac.uk::70640412-34f1-4e49-badf-c024b3963d59" providerId="AD" clId="Web-{9EB8A5E1-C790-CA7A-C2A7-FCD7B7914B9D}" dt="2025-12-16T19:53:57.577" v="5" actId="20577"/>
        <pc:sldMkLst>
          <pc:docMk/>
          <pc:sldMk cId="2540938127" sldId="281"/>
        </pc:sldMkLst>
        <pc:spChg chg="mod">
          <ac:chgData name="Kendrick Kendrick" userId="S::40274936@ads.qub.ac.uk::70640412-34f1-4e49-badf-c024b3963d59" providerId="AD" clId="Web-{9EB8A5E1-C790-CA7A-C2A7-FCD7B7914B9D}" dt="2025-12-16T19:53:57.577" v="5" actId="20577"/>
          <ac:spMkLst>
            <pc:docMk/>
            <pc:sldMk cId="2540938127" sldId="281"/>
            <ac:spMk id="3" creationId="{B0EBB662-7F37-D63A-FFD4-B35966921DFF}"/>
          </ac:spMkLst>
        </pc:spChg>
      </pc:sldChg>
      <pc:sldChg chg="modSp">
        <pc:chgData name="Kendrick Kendrick" userId="S::40274936@ads.qub.ac.uk::70640412-34f1-4e49-badf-c024b3963d59" providerId="AD" clId="Web-{9EB8A5E1-C790-CA7A-C2A7-FCD7B7914B9D}" dt="2025-12-16T19:56:50.881" v="7" actId="20577"/>
        <pc:sldMkLst>
          <pc:docMk/>
          <pc:sldMk cId="1902984050" sldId="286"/>
        </pc:sldMkLst>
        <pc:spChg chg="mod">
          <ac:chgData name="Kendrick Kendrick" userId="S::40274936@ads.qub.ac.uk::70640412-34f1-4e49-badf-c024b3963d59" providerId="AD" clId="Web-{9EB8A5E1-C790-CA7A-C2A7-FCD7B7914B9D}" dt="2025-12-16T19:56:50.881" v="7" actId="20577"/>
          <ac:spMkLst>
            <pc:docMk/>
            <pc:sldMk cId="1902984050" sldId="286"/>
            <ac:spMk id="3" creationId="{B0EBB662-7F37-D63A-FFD4-B35966921DFF}"/>
          </ac:spMkLst>
        </pc:spChg>
      </pc:sldChg>
    </pc:docChg>
  </pc:docChgLst>
  <pc:docChgLst>
    <pc:chgData name="Kendrick Kendrick" userId="S::40274936@ads.qub.ac.uk::70640412-34f1-4e49-badf-c024b3963d59" providerId="AD" clId="Web-{C2A10F4F-F56B-C748-A0D7-DAC513BC3BEC}"/>
    <pc:docChg chg="modSld">
      <pc:chgData name="Kendrick Kendrick" userId="S::40274936@ads.qub.ac.uk::70640412-34f1-4e49-badf-c024b3963d59" providerId="AD" clId="Web-{C2A10F4F-F56B-C748-A0D7-DAC513BC3BEC}" dt="2025-12-01T09:41:37.237" v="107" actId="20577"/>
      <pc:docMkLst>
        <pc:docMk/>
      </pc:docMkLst>
      <pc:sldChg chg="modSp">
        <pc:chgData name="Kendrick Kendrick" userId="S::40274936@ads.qub.ac.uk::70640412-34f1-4e49-badf-c024b3963d59" providerId="AD" clId="Web-{C2A10F4F-F56B-C748-A0D7-DAC513BC3BEC}" dt="2025-12-01T09:34:01.040" v="49" actId="20577"/>
        <pc:sldMkLst>
          <pc:docMk/>
          <pc:sldMk cId="1058383411" sldId="268"/>
        </pc:sldMkLst>
        <pc:spChg chg="mod">
          <ac:chgData name="Kendrick Kendrick" userId="S::40274936@ads.qub.ac.uk::70640412-34f1-4e49-badf-c024b3963d59" providerId="AD" clId="Web-{C2A10F4F-F56B-C748-A0D7-DAC513BC3BEC}" dt="2025-12-01T09:34:01.040" v="49" actId="20577"/>
          <ac:spMkLst>
            <pc:docMk/>
            <pc:sldMk cId="1058383411" sldId="268"/>
            <ac:spMk id="3" creationId="{09625D78-E943-401B-282C-FDC17EEDFB99}"/>
          </ac:spMkLst>
        </pc:spChg>
      </pc:sldChg>
      <pc:sldChg chg="modSp">
        <pc:chgData name="Kendrick Kendrick" userId="S::40274936@ads.qub.ac.uk::70640412-34f1-4e49-badf-c024b3963d59" providerId="AD" clId="Web-{C2A10F4F-F56B-C748-A0D7-DAC513BC3BEC}" dt="2025-12-01T09:40:39.627" v="91" actId="20577"/>
        <pc:sldMkLst>
          <pc:docMk/>
          <pc:sldMk cId="2783888995" sldId="269"/>
        </pc:sldMkLst>
        <pc:spChg chg="mod">
          <ac:chgData name="Kendrick Kendrick" userId="S::40274936@ads.qub.ac.uk::70640412-34f1-4e49-badf-c024b3963d59" providerId="AD" clId="Web-{C2A10F4F-F56B-C748-A0D7-DAC513BC3BEC}" dt="2025-12-01T09:40:39.627" v="91" actId="20577"/>
          <ac:spMkLst>
            <pc:docMk/>
            <pc:sldMk cId="2783888995" sldId="269"/>
            <ac:spMk id="3" creationId="{53BC39D5-1F9F-6021-789B-DB493DDB122D}"/>
          </ac:spMkLst>
        </pc:spChg>
      </pc:sldChg>
    </pc:docChg>
  </pc:docChgLst>
  <pc:docChgLst>
    <pc:chgData name="Ciara Brown" userId="S::40295892@ads.qub.ac.uk::5376d550-e101-45d3-8d52-a15e785c6338" providerId="AD" clId="Web-{8A779423-CA74-434F-DE59-8A33C0ACF305}"/>
    <pc:docChg chg="modSld">
      <pc:chgData name="Ciara Brown" userId="S::40295892@ads.qub.ac.uk::5376d550-e101-45d3-8d52-a15e785c6338" providerId="AD" clId="Web-{8A779423-CA74-434F-DE59-8A33C0ACF305}" dt="2025-12-16T14:02:47.667" v="211" actId="20577"/>
      <pc:docMkLst>
        <pc:docMk/>
      </pc:docMkLst>
      <pc:sldChg chg="modSp">
        <pc:chgData name="Ciara Brown" userId="S::40295892@ads.qub.ac.uk::5376d550-e101-45d3-8d52-a15e785c6338" providerId="AD" clId="Web-{8A779423-CA74-434F-DE59-8A33C0ACF305}" dt="2025-12-16T13:11:51.245" v="5" actId="20577"/>
        <pc:sldMkLst>
          <pc:docMk/>
          <pc:sldMk cId="3291029448" sldId="291"/>
        </pc:sldMkLst>
        <pc:spChg chg="mod">
          <ac:chgData name="Ciara Brown" userId="S::40295892@ads.qub.ac.uk::5376d550-e101-45d3-8d52-a15e785c6338" providerId="AD" clId="Web-{8A779423-CA74-434F-DE59-8A33C0ACF305}" dt="2025-12-16T13:11:51.245" v="5" actId="20577"/>
          <ac:spMkLst>
            <pc:docMk/>
            <pc:sldMk cId="3291029448" sldId="291"/>
            <ac:spMk id="5" creationId="{0F546205-00E6-2B1A-8FDC-3DBBD478D54A}"/>
          </ac:spMkLst>
        </pc:spChg>
      </pc:sldChg>
      <pc:sldChg chg="modSp">
        <pc:chgData name="Ciara Brown" userId="S::40295892@ads.qub.ac.uk::5376d550-e101-45d3-8d52-a15e785c6338" providerId="AD" clId="Web-{8A779423-CA74-434F-DE59-8A33C0ACF305}" dt="2025-12-16T13:13:13.074" v="22" actId="1076"/>
        <pc:sldMkLst>
          <pc:docMk/>
          <pc:sldMk cId="1185623344" sldId="292"/>
        </pc:sldMkLst>
        <pc:spChg chg="mod">
          <ac:chgData name="Ciara Brown" userId="S::40295892@ads.qub.ac.uk::5376d550-e101-45d3-8d52-a15e785c6338" providerId="AD" clId="Web-{8A779423-CA74-434F-DE59-8A33C0ACF305}" dt="2025-12-16T13:13:13.074" v="22" actId="1076"/>
          <ac:spMkLst>
            <pc:docMk/>
            <pc:sldMk cId="1185623344" sldId="292"/>
            <ac:spMk id="13" creationId="{2F38EBF4-01B6-C83B-73B8-F23DCAF4DA11}"/>
          </ac:spMkLst>
        </pc:spChg>
      </pc:sldChg>
      <pc:sldChg chg="modSp">
        <pc:chgData name="Ciara Brown" userId="S::40295892@ads.qub.ac.uk::5376d550-e101-45d3-8d52-a15e785c6338" providerId="AD" clId="Web-{8A779423-CA74-434F-DE59-8A33C0ACF305}" dt="2025-12-16T13:14:48.856" v="27" actId="20577"/>
        <pc:sldMkLst>
          <pc:docMk/>
          <pc:sldMk cId="3190335222" sldId="293"/>
        </pc:sldMkLst>
        <pc:spChg chg="mod">
          <ac:chgData name="Ciara Brown" userId="S::40295892@ads.qub.ac.uk::5376d550-e101-45d3-8d52-a15e785c6338" providerId="AD" clId="Web-{8A779423-CA74-434F-DE59-8A33C0ACF305}" dt="2025-12-16T13:14:48.856" v="27" actId="20577"/>
          <ac:spMkLst>
            <pc:docMk/>
            <pc:sldMk cId="3190335222" sldId="293"/>
            <ac:spMk id="4" creationId="{E8EFF5E5-4FD8-ACBF-0F3B-9F769926E3F8}"/>
          </ac:spMkLst>
        </pc:spChg>
      </pc:sldChg>
      <pc:sldChg chg="modSp">
        <pc:chgData name="Ciara Brown" userId="S::40295892@ads.qub.ac.uk::5376d550-e101-45d3-8d52-a15e785c6338" providerId="AD" clId="Web-{8A779423-CA74-434F-DE59-8A33C0ACF305}" dt="2025-12-16T13:20:20.064" v="36" actId="20577"/>
        <pc:sldMkLst>
          <pc:docMk/>
          <pc:sldMk cId="168234735" sldId="294"/>
        </pc:sldMkLst>
        <pc:spChg chg="mod">
          <ac:chgData name="Ciara Brown" userId="S::40295892@ads.qub.ac.uk::5376d550-e101-45d3-8d52-a15e785c6338" providerId="AD" clId="Web-{8A779423-CA74-434F-DE59-8A33C0ACF305}" dt="2025-12-16T13:20:20.064" v="36" actId="20577"/>
          <ac:spMkLst>
            <pc:docMk/>
            <pc:sldMk cId="168234735" sldId="294"/>
            <ac:spMk id="7" creationId="{DF90A120-BF69-B80A-11D1-D1192B3E5365}"/>
          </ac:spMkLst>
        </pc:spChg>
      </pc:sldChg>
      <pc:sldChg chg="addSp delSp modSp">
        <pc:chgData name="Ciara Brown" userId="S::40295892@ads.qub.ac.uk::5376d550-e101-45d3-8d52-a15e785c6338" providerId="AD" clId="Web-{8A779423-CA74-434F-DE59-8A33C0ACF305}" dt="2025-12-16T14:02:47.667" v="211" actId="20577"/>
        <pc:sldMkLst>
          <pc:docMk/>
          <pc:sldMk cId="2873980681" sldId="297"/>
        </pc:sldMkLst>
        <pc:spChg chg="mod">
          <ac:chgData name="Ciara Brown" userId="S::40295892@ads.qub.ac.uk::5376d550-e101-45d3-8d52-a15e785c6338" providerId="AD" clId="Web-{8A779423-CA74-434F-DE59-8A33C0ACF305}" dt="2025-12-16T14:00:37.978" v="177" actId="1076"/>
          <ac:spMkLst>
            <pc:docMk/>
            <pc:sldMk cId="2873980681" sldId="297"/>
            <ac:spMk id="2" creationId="{297AB028-C7B8-D0CB-6641-4C828DA591CA}"/>
          </ac:spMkLst>
        </pc:spChg>
        <pc:spChg chg="add del mod">
          <ac:chgData name="Ciara Brown" userId="S::40295892@ads.qub.ac.uk::5376d550-e101-45d3-8d52-a15e785c6338" providerId="AD" clId="Web-{8A779423-CA74-434F-DE59-8A33C0ACF305}" dt="2025-12-16T13:25:19.040" v="63"/>
          <ac:spMkLst>
            <pc:docMk/>
            <pc:sldMk cId="2873980681" sldId="297"/>
            <ac:spMk id="5" creationId="{E385E81A-3DE8-A8FD-7B33-F0DF07111BD1}"/>
          </ac:spMkLst>
        </pc:spChg>
        <pc:spChg chg="add del mod">
          <ac:chgData name="Ciara Brown" userId="S::40295892@ads.qub.ac.uk::5376d550-e101-45d3-8d52-a15e785c6338" providerId="AD" clId="Web-{8A779423-CA74-434F-DE59-8A33C0ACF305}" dt="2025-12-16T13:28:07.042" v="72"/>
          <ac:spMkLst>
            <pc:docMk/>
            <pc:sldMk cId="2873980681" sldId="297"/>
            <ac:spMk id="7" creationId="{F82F276F-7EED-3FDC-2B4C-5B9A3039B166}"/>
          </ac:spMkLst>
        </pc:spChg>
        <pc:spChg chg="add mod">
          <ac:chgData name="Ciara Brown" userId="S::40295892@ads.qub.ac.uk::5376d550-e101-45d3-8d52-a15e785c6338" providerId="AD" clId="Web-{8A779423-CA74-434F-DE59-8A33C0ACF305}" dt="2025-12-16T14:02:47.667" v="211" actId="20577"/>
          <ac:spMkLst>
            <pc:docMk/>
            <pc:sldMk cId="2873980681" sldId="297"/>
            <ac:spMk id="9" creationId="{0A7774AE-5F51-0514-6A8A-59462A67BDBC}"/>
          </ac:spMkLst>
        </pc:spChg>
      </pc:sldChg>
    </pc:docChg>
  </pc:docChgLst>
  <pc:docChgLst>
    <pc:chgData name="Utkarsh Awasthi" userId="S::40490288@ads.qub.ac.uk::ad4f256f-da97-4041-8145-32bceb3f78cb" providerId="AD" clId="Web-{06024B60-529D-CD4F-21C1-4747B8632663}"/>
    <pc:docChg chg="modSld">
      <pc:chgData name="Utkarsh Awasthi" userId="S::40490288@ads.qub.ac.uk::ad4f256f-da97-4041-8145-32bceb3f78cb" providerId="AD" clId="Web-{06024B60-529D-CD4F-21C1-4747B8632663}" dt="2025-11-28T18:54:20.524" v="1429"/>
      <pc:docMkLst>
        <pc:docMk/>
      </pc:docMkLst>
      <pc:sldChg chg="addSp modSp">
        <pc:chgData name="Utkarsh Awasthi" userId="S::40490288@ads.qub.ac.uk::ad4f256f-da97-4041-8145-32bceb3f78cb" providerId="AD" clId="Web-{06024B60-529D-CD4F-21C1-4747B8632663}" dt="2025-11-28T16:53:29.017" v="16" actId="1076"/>
        <pc:sldMkLst>
          <pc:docMk/>
          <pc:sldMk cId="1601408118" sldId="263"/>
        </pc:sldMkLst>
        <pc:picChg chg="add mod">
          <ac:chgData name="Utkarsh Awasthi" userId="S::40490288@ads.qub.ac.uk::ad4f256f-da97-4041-8145-32bceb3f78cb" providerId="AD" clId="Web-{06024B60-529D-CD4F-21C1-4747B8632663}" dt="2025-11-28T16:53:29.017" v="16" actId="1076"/>
          <ac:picMkLst>
            <pc:docMk/>
            <pc:sldMk cId="1601408118" sldId="263"/>
            <ac:picMk id="4" creationId="{55B88304-D6D3-1182-5F9B-29D20BDBFD1C}"/>
          </ac:picMkLst>
        </pc:picChg>
      </pc:sldChg>
      <pc:sldChg chg="addSp delSp modSp mod setBg">
        <pc:chgData name="Utkarsh Awasthi" userId="S::40490288@ads.qub.ac.uk::ad4f256f-da97-4041-8145-32bceb3f78cb" providerId="AD" clId="Web-{06024B60-529D-CD4F-21C1-4747B8632663}" dt="2025-11-28T17:54:38.980" v="1422" actId="20577"/>
        <pc:sldMkLst>
          <pc:docMk/>
          <pc:sldMk cId="1058383411" sldId="268"/>
        </pc:sldMkLst>
        <pc:spChg chg="mod">
          <ac:chgData name="Utkarsh Awasthi" userId="S::40490288@ads.qub.ac.uk::ad4f256f-da97-4041-8145-32bceb3f78cb" providerId="AD" clId="Web-{06024B60-529D-CD4F-21C1-4747B8632663}" dt="2025-11-28T17:53:35.890" v="1413"/>
          <ac:spMkLst>
            <pc:docMk/>
            <pc:sldMk cId="1058383411" sldId="268"/>
            <ac:spMk id="2" creationId="{6536A5AC-7AAD-2868-C07E-498653F462D0}"/>
          </ac:spMkLst>
        </pc:spChg>
        <pc:spChg chg="mod ord">
          <ac:chgData name="Utkarsh Awasthi" userId="S::40490288@ads.qub.ac.uk::ad4f256f-da97-4041-8145-32bceb3f78cb" providerId="AD" clId="Web-{06024B60-529D-CD4F-21C1-4747B8632663}" dt="2025-11-28T17:54:38.980" v="1422" actId="20577"/>
          <ac:spMkLst>
            <pc:docMk/>
            <pc:sldMk cId="1058383411" sldId="268"/>
            <ac:spMk id="3" creationId="{09625D78-E943-401B-282C-FDC17EEDFB99}"/>
          </ac:spMkLst>
        </pc:spChg>
        <pc:picChg chg="add">
          <ac:chgData name="Utkarsh Awasthi" userId="S::40490288@ads.qub.ac.uk::ad4f256f-da97-4041-8145-32bceb3f78cb" providerId="AD" clId="Web-{06024B60-529D-CD4F-21C1-4747B8632663}" dt="2025-11-28T17:53:54.394" v="1414"/>
          <ac:picMkLst>
            <pc:docMk/>
            <pc:sldMk cId="1058383411" sldId="268"/>
            <ac:picMk id="11" creationId="{9A455E71-BDA9-B353-A7BD-9FD1A6F40702}"/>
          </ac:picMkLst>
        </pc:picChg>
      </pc:sldChg>
    </pc:docChg>
  </pc:docChgLst>
  <pc:docChgLst>
    <pc:chgData name="Utkarsh Awasthi" userId="S::40490288@ads.qub.ac.uk::ad4f256f-da97-4041-8145-32bceb3f78cb" providerId="AD" clId="Web-{EB13A4DC-BFE3-D44C-3F0D-C1B752B83B36}"/>
    <pc:docChg chg="modSld">
      <pc:chgData name="Utkarsh Awasthi" userId="S::40490288@ads.qub.ac.uk::ad4f256f-da97-4041-8145-32bceb3f78cb" providerId="AD" clId="Web-{EB13A4DC-BFE3-D44C-3F0D-C1B752B83B36}" dt="2025-11-30T18:10:42.741" v="1102"/>
      <pc:docMkLst>
        <pc:docMk/>
      </pc:docMkLst>
      <pc:sldChg chg="delSp modSp delAnim">
        <pc:chgData name="Utkarsh Awasthi" userId="S::40490288@ads.qub.ac.uk::ad4f256f-da97-4041-8145-32bceb3f78cb" providerId="AD" clId="Web-{EB13A4DC-BFE3-D44C-3F0D-C1B752B83B36}" dt="2025-11-30T18:10:42.741" v="1102"/>
        <pc:sldMkLst>
          <pc:docMk/>
          <pc:sldMk cId="2783888995" sldId="269"/>
        </pc:sldMkLst>
      </pc:sldChg>
    </pc:docChg>
  </pc:docChgLst>
  <pc:docChgLst>
    <pc:chgData name="Ciara Brown" userId="S::40295892@ads.qub.ac.uk::5376d550-e101-45d3-8d52-a15e785c6338" providerId="AD" clId="Web-{1A75DE08-7E6C-6D51-7CB0-1B8434C2A295}"/>
    <pc:docChg chg="addSld delSld modSld">
      <pc:chgData name="Ciara Brown" userId="S::40295892@ads.qub.ac.uk::5376d550-e101-45d3-8d52-a15e785c6338" providerId="AD" clId="Web-{1A75DE08-7E6C-6D51-7CB0-1B8434C2A295}" dt="2025-12-16T03:30:14.126" v="28" actId="20577"/>
      <pc:docMkLst>
        <pc:docMk/>
      </pc:docMkLst>
      <pc:sldChg chg="add del replId">
        <pc:chgData name="Ciara Brown" userId="S::40295892@ads.qub.ac.uk::5376d550-e101-45d3-8d52-a15e785c6338" providerId="AD" clId="Web-{1A75DE08-7E6C-6D51-7CB0-1B8434C2A295}" dt="2025-12-16T03:26:19.274" v="1"/>
        <pc:sldMkLst>
          <pc:docMk/>
          <pc:sldMk cId="504639261" sldId="297"/>
        </pc:sldMkLst>
      </pc:sldChg>
      <pc:sldChg chg="addSp delSp modSp add replId">
        <pc:chgData name="Ciara Brown" userId="S::40295892@ads.qub.ac.uk::5376d550-e101-45d3-8d52-a15e785c6338" providerId="AD" clId="Web-{1A75DE08-7E6C-6D51-7CB0-1B8434C2A295}" dt="2025-12-16T03:30:14.126" v="28" actId="20577"/>
        <pc:sldMkLst>
          <pc:docMk/>
          <pc:sldMk cId="2873980681" sldId="297"/>
        </pc:sldMkLst>
        <pc:spChg chg="mod">
          <ac:chgData name="Ciara Brown" userId="S::40295892@ads.qub.ac.uk::5376d550-e101-45d3-8d52-a15e785c6338" providerId="AD" clId="Web-{1A75DE08-7E6C-6D51-7CB0-1B8434C2A295}" dt="2025-12-16T03:30:14.126" v="28" actId="20577"/>
          <ac:spMkLst>
            <pc:docMk/>
            <pc:sldMk cId="2873980681" sldId="297"/>
            <ac:spMk id="2" creationId="{297AB028-C7B8-D0CB-6641-4C828DA591CA}"/>
          </ac:spMkLst>
        </pc:spChg>
        <pc:spChg chg="mod">
          <ac:chgData name="Ciara Brown" userId="S::40295892@ads.qub.ac.uk::5376d550-e101-45d3-8d52-a15e785c6338" providerId="AD" clId="Web-{1A75DE08-7E6C-6D51-7CB0-1B8434C2A295}" dt="2025-12-16T03:29:12.577" v="14"/>
          <ac:spMkLst>
            <pc:docMk/>
            <pc:sldMk cId="2873980681" sldId="297"/>
            <ac:spMk id="4" creationId="{CA2F44B9-670B-B5E7-3C30-CC5119E8A9FD}"/>
          </ac:spMkLst>
        </pc:spChg>
        <pc:spChg chg="mod">
          <ac:chgData name="Ciara Brown" userId="S::40295892@ads.qub.ac.uk::5376d550-e101-45d3-8d52-a15e785c6338" providerId="AD" clId="Web-{1A75DE08-7E6C-6D51-7CB0-1B8434C2A295}" dt="2025-12-16T03:29:27.296" v="17" actId="1076"/>
          <ac:spMkLst>
            <pc:docMk/>
            <pc:sldMk cId="2873980681" sldId="297"/>
            <ac:spMk id="6" creationId="{12A928E0-1E16-1DDC-635D-6185F36DE894}"/>
          </ac:spMkLst>
        </pc:spChg>
        <pc:spChg chg="del">
          <ac:chgData name="Ciara Brown" userId="S::40295892@ads.qub.ac.uk::5376d550-e101-45d3-8d52-a15e785c6338" providerId="AD" clId="Web-{1A75DE08-7E6C-6D51-7CB0-1B8434C2A295}" dt="2025-12-16T03:29:12.577" v="14"/>
          <ac:spMkLst>
            <pc:docMk/>
            <pc:sldMk cId="2873980681" sldId="297"/>
            <ac:spMk id="38" creationId="{4BFC1D6A-16FF-19BE-B924-6381E74734AC}"/>
          </ac:spMkLst>
        </pc:spChg>
        <pc:spChg chg="del">
          <ac:chgData name="Ciara Brown" userId="S::40295892@ads.qub.ac.uk::5376d550-e101-45d3-8d52-a15e785c6338" providerId="AD" clId="Web-{1A75DE08-7E6C-6D51-7CB0-1B8434C2A295}" dt="2025-12-16T03:29:12.577" v="14"/>
          <ac:spMkLst>
            <pc:docMk/>
            <pc:sldMk cId="2873980681" sldId="297"/>
            <ac:spMk id="40" creationId="{42040026-A1EB-6337-5666-151B1DF1E2F0}"/>
          </ac:spMkLst>
        </pc:spChg>
        <pc:spChg chg="del">
          <ac:chgData name="Ciara Brown" userId="S::40295892@ads.qub.ac.uk::5376d550-e101-45d3-8d52-a15e785c6338" providerId="AD" clId="Web-{1A75DE08-7E6C-6D51-7CB0-1B8434C2A295}" dt="2025-12-16T03:29:12.577" v="14"/>
          <ac:spMkLst>
            <pc:docMk/>
            <pc:sldMk cId="2873980681" sldId="297"/>
            <ac:spMk id="42" creationId="{C1853F02-8B2F-E8EC-BBD8-4993E3127EE1}"/>
          </ac:spMkLst>
        </pc:spChg>
        <pc:spChg chg="add">
          <ac:chgData name="Ciara Brown" userId="S::40295892@ads.qub.ac.uk::5376d550-e101-45d3-8d52-a15e785c6338" providerId="AD" clId="Web-{1A75DE08-7E6C-6D51-7CB0-1B8434C2A295}" dt="2025-12-16T03:29:12.577" v="14"/>
          <ac:spMkLst>
            <pc:docMk/>
            <pc:sldMk cId="2873980681" sldId="297"/>
            <ac:spMk id="49" creationId="{61515115-95FB-41E0-86F3-8744438C09D0}"/>
          </ac:spMkLst>
        </pc:spChg>
        <pc:spChg chg="add">
          <ac:chgData name="Ciara Brown" userId="S::40295892@ads.qub.ac.uk::5376d550-e101-45d3-8d52-a15e785c6338" providerId="AD" clId="Web-{1A75DE08-7E6C-6D51-7CB0-1B8434C2A295}" dt="2025-12-16T03:29:12.577" v="14"/>
          <ac:spMkLst>
            <pc:docMk/>
            <pc:sldMk cId="2873980681" sldId="297"/>
            <ac:spMk id="51" creationId="{8222A33F-BE2D-4D69-92A0-5DF8B17BAACA}"/>
          </ac:spMkLst>
        </pc:spChg>
        <pc:spChg chg="add">
          <ac:chgData name="Ciara Brown" userId="S::40295892@ads.qub.ac.uk::5376d550-e101-45d3-8d52-a15e785c6338" providerId="AD" clId="Web-{1A75DE08-7E6C-6D51-7CB0-1B8434C2A295}" dt="2025-12-16T03:29:12.577" v="14"/>
          <ac:spMkLst>
            <pc:docMk/>
            <pc:sldMk cId="2873980681" sldId="297"/>
            <ac:spMk id="53" creationId="{CE1C74D0-9609-468A-9597-5D87C8A42B58}"/>
          </ac:spMkLst>
        </pc:spChg>
        <pc:spChg chg="add">
          <ac:chgData name="Ciara Brown" userId="S::40295892@ads.qub.ac.uk::5376d550-e101-45d3-8d52-a15e785c6338" providerId="AD" clId="Web-{1A75DE08-7E6C-6D51-7CB0-1B8434C2A295}" dt="2025-12-16T03:29:12.577" v="14"/>
          <ac:spMkLst>
            <pc:docMk/>
            <pc:sldMk cId="2873980681" sldId="297"/>
            <ac:spMk id="55" creationId="{C137128D-E594-4905-9F76-E385F0831D60}"/>
          </ac:spMkLst>
        </pc:spChg>
      </pc:sldChg>
    </pc:docChg>
  </pc:docChgLst>
  <pc:docChgLst>
    <pc:chgData name="Ciara Brown" userId="5376d550-e101-45d3-8d52-a15e785c6338" providerId="ADAL" clId="{8717E858-8B79-515A-85CC-231E8CE7175A}"/>
    <pc:docChg chg="undo custSel addSld delSld modSld">
      <pc:chgData name="Ciara Brown" userId="5376d550-e101-45d3-8d52-a15e785c6338" providerId="ADAL" clId="{8717E858-8B79-515A-85CC-231E8CE7175A}" dt="2025-12-16T02:20:35.878" v="180" actId="14100"/>
      <pc:docMkLst>
        <pc:docMk/>
      </pc:docMkLst>
      <pc:sldChg chg="new del">
        <pc:chgData name="Ciara Brown" userId="5376d550-e101-45d3-8d52-a15e785c6338" providerId="ADAL" clId="{8717E858-8B79-515A-85CC-231E8CE7175A}" dt="2025-12-16T02:08:04.428" v="3" actId="2696"/>
        <pc:sldMkLst>
          <pc:docMk/>
          <pc:sldMk cId="2336953490" sldId="289"/>
        </pc:sldMkLst>
      </pc:sldChg>
      <pc:sldChg chg="addSp delSp modSp add mod setBg setClrOvrMap delDesignElem">
        <pc:chgData name="Ciara Brown" userId="5376d550-e101-45d3-8d52-a15e785c6338" providerId="ADAL" clId="{8717E858-8B79-515A-85CC-231E8CE7175A}" dt="2025-12-16T02:17:54.582" v="85" actId="1036"/>
        <pc:sldMkLst>
          <pc:docMk/>
          <pc:sldMk cId="2155691582" sldId="290"/>
        </pc:sldMkLst>
        <pc:spChg chg="mod">
          <ac:chgData name="Ciara Brown" userId="5376d550-e101-45d3-8d52-a15e785c6338" providerId="ADAL" clId="{8717E858-8B79-515A-85CC-231E8CE7175A}" dt="2025-12-16T02:17:36.879" v="73" actId="1076"/>
          <ac:spMkLst>
            <pc:docMk/>
            <pc:sldMk cId="2155691582" sldId="290"/>
            <ac:spMk id="2" creationId="{79E68C30-34F9-4B7D-DC41-9C9412F06D65}"/>
          </ac:spMkLst>
        </pc:spChg>
        <pc:spChg chg="add del mod">
          <ac:chgData name="Ciara Brown" userId="5376d550-e101-45d3-8d52-a15e785c6338" providerId="ADAL" clId="{8717E858-8B79-515A-85CC-231E8CE7175A}" dt="2025-12-16T02:16:34.572" v="48"/>
          <ac:spMkLst>
            <pc:docMk/>
            <pc:sldMk cId="2155691582" sldId="290"/>
            <ac:spMk id="3" creationId="{11C00D04-466C-D8BE-3AB7-D2189F8D2D03}"/>
          </ac:spMkLst>
        </pc:spChg>
        <pc:spChg chg="add del mod">
          <ac:chgData name="Ciara Brown" userId="5376d550-e101-45d3-8d52-a15e785c6338" providerId="ADAL" clId="{8717E858-8B79-515A-85CC-231E8CE7175A}" dt="2025-12-16T02:16:34.610" v="50"/>
          <ac:spMkLst>
            <pc:docMk/>
            <pc:sldMk cId="2155691582" sldId="290"/>
            <ac:spMk id="4" creationId="{9B2AAA7E-1FFF-461A-220D-F0DEAA5310E0}"/>
          </ac:spMkLst>
        </pc:spChg>
        <pc:spChg chg="add del mod">
          <ac:chgData name="Ciara Brown" userId="5376d550-e101-45d3-8d52-a15e785c6338" providerId="ADAL" clId="{8717E858-8B79-515A-85CC-231E8CE7175A}" dt="2025-12-16T02:16:34.661" v="52"/>
          <ac:spMkLst>
            <pc:docMk/>
            <pc:sldMk cId="2155691582" sldId="290"/>
            <ac:spMk id="5" creationId="{5FECF2FB-623A-8721-2911-8B6658C6F465}"/>
          </ac:spMkLst>
        </pc:spChg>
        <pc:spChg chg="add del mod">
          <ac:chgData name="Ciara Brown" userId="5376d550-e101-45d3-8d52-a15e785c6338" providerId="ADAL" clId="{8717E858-8B79-515A-85CC-231E8CE7175A}" dt="2025-12-16T02:16:39.731" v="56"/>
          <ac:spMkLst>
            <pc:docMk/>
            <pc:sldMk cId="2155691582" sldId="290"/>
            <ac:spMk id="6" creationId="{80606B06-925F-47BE-AF77-4A13BB92F04D}"/>
          </ac:spMkLst>
        </pc:spChg>
        <pc:spChg chg="add del mod">
          <ac:chgData name="Ciara Brown" userId="5376d550-e101-45d3-8d52-a15e785c6338" providerId="ADAL" clId="{8717E858-8B79-515A-85CC-231E8CE7175A}" dt="2025-12-16T02:17:51.955" v="78"/>
          <ac:spMkLst>
            <pc:docMk/>
            <pc:sldMk cId="2155691582" sldId="290"/>
            <ac:spMk id="7" creationId="{7DDEFC05-3473-A333-FA2E-B2AF780ED73B}"/>
          </ac:spMkLst>
        </pc:spChg>
        <pc:spChg chg="add del mod">
          <ac:chgData name="Ciara Brown" userId="5376d550-e101-45d3-8d52-a15e785c6338" providerId="ADAL" clId="{8717E858-8B79-515A-85CC-231E8CE7175A}" dt="2025-12-16T02:17:20.402" v="67"/>
          <ac:spMkLst>
            <pc:docMk/>
            <pc:sldMk cId="2155691582" sldId="290"/>
            <ac:spMk id="8" creationId="{96C3BEA1-DF23-A347-FCE3-1AD63367F7C8}"/>
          </ac:spMkLst>
        </pc:spChg>
        <pc:spChg chg="add del mod">
          <ac:chgData name="Ciara Brown" userId="5376d550-e101-45d3-8d52-a15e785c6338" providerId="ADAL" clId="{8717E858-8B79-515A-85CC-231E8CE7175A}" dt="2025-12-16T02:17:19.485" v="65"/>
          <ac:spMkLst>
            <pc:docMk/>
            <pc:sldMk cId="2155691582" sldId="290"/>
            <ac:spMk id="9" creationId="{6F0BC247-A399-2163-EEB5-8B0DD89D597B}"/>
          </ac:spMkLst>
        </pc:spChg>
        <pc:spChg chg="del">
          <ac:chgData name="Ciara Brown" userId="5376d550-e101-45d3-8d52-a15e785c6338" providerId="ADAL" clId="{8717E858-8B79-515A-85CC-231E8CE7175A}" dt="2025-12-16T02:07:36.040" v="2"/>
          <ac:spMkLst>
            <pc:docMk/>
            <pc:sldMk cId="2155691582" sldId="290"/>
            <ac:spMk id="29" creationId="{B4AAD3FD-83A5-4B89-9F8F-01B8870865BE}"/>
          </ac:spMkLst>
        </pc:spChg>
        <pc:spChg chg="del">
          <ac:chgData name="Ciara Brown" userId="5376d550-e101-45d3-8d52-a15e785c6338" providerId="ADAL" clId="{8717E858-8B79-515A-85CC-231E8CE7175A}" dt="2025-12-16T02:07:36.040" v="2"/>
          <ac:spMkLst>
            <pc:docMk/>
            <pc:sldMk cId="2155691582" sldId="290"/>
            <ac:spMk id="30" creationId="{61752F1D-FC0F-4103-9584-630E643CCDA6}"/>
          </ac:spMkLst>
        </pc:spChg>
        <pc:spChg chg="del">
          <ac:chgData name="Ciara Brown" userId="5376d550-e101-45d3-8d52-a15e785c6338" providerId="ADAL" clId="{8717E858-8B79-515A-85CC-231E8CE7175A}" dt="2025-12-16T02:07:36.040" v="2"/>
          <ac:spMkLst>
            <pc:docMk/>
            <pc:sldMk cId="2155691582" sldId="290"/>
            <ac:spMk id="31" creationId="{70151CB7-E7DE-4917-B831-01DF9CE01306}"/>
          </ac:spMkLst>
        </pc:spChg>
        <pc:spChg chg="del">
          <ac:chgData name="Ciara Brown" userId="5376d550-e101-45d3-8d52-a15e785c6338" providerId="ADAL" clId="{8717E858-8B79-515A-85CC-231E8CE7175A}" dt="2025-12-16T02:07:36.040" v="2"/>
          <ac:spMkLst>
            <pc:docMk/>
            <pc:sldMk cId="2155691582" sldId="290"/>
            <ac:spMk id="32" creationId="{A92A1116-1C84-41DF-B803-1F7B0883EC82}"/>
          </ac:spMkLst>
        </pc:spChg>
        <pc:spChg chg="mod">
          <ac:chgData name="Ciara Brown" userId="5376d550-e101-45d3-8d52-a15e785c6338" providerId="ADAL" clId="{8717E858-8B79-515A-85CC-231E8CE7175A}" dt="2025-12-16T02:17:49.041" v="76" actId="14100"/>
          <ac:spMkLst>
            <pc:docMk/>
            <pc:sldMk cId="2155691582" sldId="290"/>
            <ac:spMk id="33" creationId="{DA57FE9A-9EF9-1A66-B09C-0E31B2E53A3A}"/>
          </ac:spMkLst>
        </pc:spChg>
        <pc:spChg chg="add">
          <ac:chgData name="Ciara Brown" userId="5376d550-e101-45d3-8d52-a15e785c6338" providerId="ADAL" clId="{8717E858-8B79-515A-85CC-231E8CE7175A}" dt="2025-12-16T02:16:47.277" v="58" actId="26606"/>
          <ac:spMkLst>
            <pc:docMk/>
            <pc:sldMk cId="2155691582" sldId="290"/>
            <ac:spMk id="38" creationId="{B4AAD3FD-83A5-4B89-9F8F-01B8870865BE}"/>
          </ac:spMkLst>
        </pc:spChg>
        <pc:spChg chg="add">
          <ac:chgData name="Ciara Brown" userId="5376d550-e101-45d3-8d52-a15e785c6338" providerId="ADAL" clId="{8717E858-8B79-515A-85CC-231E8CE7175A}" dt="2025-12-16T02:16:47.277" v="58" actId="26606"/>
          <ac:spMkLst>
            <pc:docMk/>
            <pc:sldMk cId="2155691582" sldId="290"/>
            <ac:spMk id="40" creationId="{61752F1D-FC0F-4103-9584-630E643CCDA6}"/>
          </ac:spMkLst>
        </pc:spChg>
        <pc:spChg chg="add">
          <ac:chgData name="Ciara Brown" userId="5376d550-e101-45d3-8d52-a15e785c6338" providerId="ADAL" clId="{8717E858-8B79-515A-85CC-231E8CE7175A}" dt="2025-12-16T02:16:47.277" v="58" actId="26606"/>
          <ac:spMkLst>
            <pc:docMk/>
            <pc:sldMk cId="2155691582" sldId="290"/>
            <ac:spMk id="42" creationId="{70151CB7-E7DE-4917-B831-01DF9CE01306}"/>
          </ac:spMkLst>
        </pc:spChg>
        <pc:spChg chg="add">
          <ac:chgData name="Ciara Brown" userId="5376d550-e101-45d3-8d52-a15e785c6338" providerId="ADAL" clId="{8717E858-8B79-515A-85CC-231E8CE7175A}" dt="2025-12-16T02:16:47.277" v="58" actId="26606"/>
          <ac:spMkLst>
            <pc:docMk/>
            <pc:sldMk cId="2155691582" sldId="290"/>
            <ac:spMk id="44" creationId="{A92A1116-1C84-41DF-B803-1F7B0883EC82}"/>
          </ac:spMkLst>
        </pc:spChg>
        <pc:picChg chg="mod">
          <ac:chgData name="Ciara Brown" userId="5376d550-e101-45d3-8d52-a15e785c6338" providerId="ADAL" clId="{8717E858-8B79-515A-85CC-231E8CE7175A}" dt="2025-12-16T02:17:54.582" v="85" actId="1036"/>
          <ac:picMkLst>
            <pc:docMk/>
            <pc:sldMk cId="2155691582" sldId="290"/>
            <ac:picMk id="14" creationId="{562860BA-8466-F0BF-0177-1E7DC5A960F7}"/>
          </ac:picMkLst>
        </pc:picChg>
      </pc:sldChg>
      <pc:sldChg chg="addSp modSp add mod">
        <pc:chgData name="Ciara Brown" userId="5376d550-e101-45d3-8d52-a15e785c6338" providerId="ADAL" clId="{8717E858-8B79-515A-85CC-231E8CE7175A}" dt="2025-12-16T02:19:59.170" v="174" actId="20577"/>
        <pc:sldMkLst>
          <pc:docMk/>
          <pc:sldMk cId="3291029448" sldId="291"/>
        </pc:sldMkLst>
        <pc:spChg chg="mod">
          <ac:chgData name="Ciara Brown" userId="5376d550-e101-45d3-8d52-a15e785c6338" providerId="ADAL" clId="{8717E858-8B79-515A-85CC-231E8CE7175A}" dt="2025-12-16T02:19:30.992" v="147" actId="1038"/>
          <ac:spMkLst>
            <pc:docMk/>
            <pc:sldMk cId="3291029448" sldId="291"/>
            <ac:spMk id="2" creationId="{E96BEB2B-6B40-BF38-36DF-95728F27DF7C}"/>
          </ac:spMkLst>
        </pc:spChg>
        <pc:spChg chg="add mod">
          <ac:chgData name="Ciara Brown" userId="5376d550-e101-45d3-8d52-a15e785c6338" providerId="ADAL" clId="{8717E858-8B79-515A-85CC-231E8CE7175A}" dt="2025-12-16T02:19:59.170" v="174" actId="20577"/>
          <ac:spMkLst>
            <pc:docMk/>
            <pc:sldMk cId="3291029448" sldId="291"/>
            <ac:spMk id="3" creationId="{146CE479-2CD9-C7E9-F5F0-76F03275926B}"/>
          </ac:spMkLst>
        </pc:spChg>
      </pc:sldChg>
      <pc:sldChg chg="add setBg">
        <pc:chgData name="Ciara Brown" userId="5376d550-e101-45d3-8d52-a15e785c6338" providerId="ADAL" clId="{8717E858-8B79-515A-85CC-231E8CE7175A}" dt="2025-12-16T02:08:34.171" v="5"/>
        <pc:sldMkLst>
          <pc:docMk/>
          <pc:sldMk cId="1185623344" sldId="292"/>
        </pc:sldMkLst>
      </pc:sldChg>
      <pc:sldChg chg="addSp delSp modSp add mod setBg setClrOvrMap">
        <pc:chgData name="Ciara Brown" userId="5376d550-e101-45d3-8d52-a15e785c6338" providerId="ADAL" clId="{8717E858-8B79-515A-85CC-231E8CE7175A}" dt="2025-12-16T02:20:35.878" v="180" actId="14100"/>
        <pc:sldMkLst>
          <pc:docMk/>
          <pc:sldMk cId="3190335222" sldId="293"/>
        </pc:sldMkLst>
        <pc:spChg chg="mod">
          <ac:chgData name="Ciara Brown" userId="5376d550-e101-45d3-8d52-a15e785c6338" providerId="ADAL" clId="{8717E858-8B79-515A-85CC-231E8CE7175A}" dt="2025-12-16T02:10:06.918" v="15" actId="26606"/>
          <ac:spMkLst>
            <pc:docMk/>
            <pc:sldMk cId="3190335222" sldId="293"/>
            <ac:spMk id="2" creationId="{C32DFAE7-0B89-58F3-D40F-4F9844113CA1}"/>
          </ac:spMkLst>
        </pc:spChg>
        <pc:spChg chg="del">
          <ac:chgData name="Ciara Brown" userId="5376d550-e101-45d3-8d52-a15e785c6338" providerId="ADAL" clId="{8717E858-8B79-515A-85CC-231E8CE7175A}" dt="2025-12-16T02:09:45.451" v="11" actId="931"/>
          <ac:spMkLst>
            <pc:docMk/>
            <pc:sldMk cId="3190335222" sldId="293"/>
            <ac:spMk id="3" creationId="{C10C6865-8B79-261D-4891-1AEDF31A0C1D}"/>
          </ac:spMkLst>
        </pc:spChg>
        <pc:spChg chg="add del">
          <ac:chgData name="Ciara Brown" userId="5376d550-e101-45d3-8d52-a15e785c6338" providerId="ADAL" clId="{8717E858-8B79-515A-85CC-231E8CE7175A}" dt="2025-12-16T02:10:06.918" v="15" actId="26606"/>
          <ac:spMkLst>
            <pc:docMk/>
            <pc:sldMk cId="3190335222" sldId="293"/>
            <ac:spMk id="9" creationId="{D6EE8FB0-2E02-9DCB-31C4-0BB6DF46BD6C}"/>
          </ac:spMkLst>
        </pc:spChg>
        <pc:spChg chg="add del">
          <ac:chgData name="Ciara Brown" userId="5376d550-e101-45d3-8d52-a15e785c6338" providerId="ADAL" clId="{8717E858-8B79-515A-85CC-231E8CE7175A}" dt="2025-12-16T02:10:06.918" v="15" actId="26606"/>
          <ac:spMkLst>
            <pc:docMk/>
            <pc:sldMk cId="3190335222" sldId="293"/>
            <ac:spMk id="12" creationId="{144A11D1-6963-485E-86DE-760B07434307}"/>
          </ac:spMkLst>
        </pc:spChg>
        <pc:spChg chg="add del">
          <ac:chgData name="Ciara Brown" userId="5376d550-e101-45d3-8d52-a15e785c6338" providerId="ADAL" clId="{8717E858-8B79-515A-85CC-231E8CE7175A}" dt="2025-12-16T02:10:06.918" v="15" actId="26606"/>
          <ac:spMkLst>
            <pc:docMk/>
            <pc:sldMk cId="3190335222" sldId="293"/>
            <ac:spMk id="14" creationId="{93BDF132-E4EF-4CB3-9A12-1EB75E159A5B}"/>
          </ac:spMkLst>
        </pc:spChg>
        <pc:spChg chg="add del">
          <ac:chgData name="Ciara Brown" userId="5376d550-e101-45d3-8d52-a15e785c6338" providerId="ADAL" clId="{8717E858-8B79-515A-85CC-231E8CE7175A}" dt="2025-12-16T02:10:06.918" v="15" actId="26606"/>
          <ac:spMkLst>
            <pc:docMk/>
            <pc:sldMk cId="3190335222" sldId="293"/>
            <ac:spMk id="16" creationId="{F8486D32-0A56-4407-A9D1-7AFC169465F2}"/>
          </ac:spMkLst>
        </pc:spChg>
        <pc:spChg chg="add del">
          <ac:chgData name="Ciara Brown" userId="5376d550-e101-45d3-8d52-a15e785c6338" providerId="ADAL" clId="{8717E858-8B79-515A-85CC-231E8CE7175A}" dt="2025-12-16T02:10:06.918" v="15" actId="26606"/>
          <ac:spMkLst>
            <pc:docMk/>
            <pc:sldMk cId="3190335222" sldId="293"/>
            <ac:spMk id="18" creationId="{B73FE0C2-11C7-466D-B4BA-0330484CD53D}"/>
          </ac:spMkLst>
        </pc:spChg>
        <pc:picChg chg="add mod">
          <ac:chgData name="Ciara Brown" userId="5376d550-e101-45d3-8d52-a15e785c6338" providerId="ADAL" clId="{8717E858-8B79-515A-85CC-231E8CE7175A}" dt="2025-12-16T02:20:35.878" v="180" actId="14100"/>
          <ac:picMkLst>
            <pc:docMk/>
            <pc:sldMk cId="3190335222" sldId="293"/>
            <ac:picMk id="5" creationId="{A9BD7F63-9F64-90FC-A775-617B3DA82069}"/>
          </ac:picMkLst>
        </pc:picChg>
      </pc:sldChg>
      <pc:sldChg chg="addSp delSp modSp add mod setBg setClrOvrMap delDesignElem">
        <pc:chgData name="Ciara Brown" userId="5376d550-e101-45d3-8d52-a15e785c6338" providerId="ADAL" clId="{8717E858-8B79-515A-85CC-231E8CE7175A}" dt="2025-12-16T02:18:35.402" v="91" actId="14100"/>
        <pc:sldMkLst>
          <pc:docMk/>
          <pc:sldMk cId="168234735" sldId="294"/>
        </pc:sldMkLst>
        <pc:spChg chg="mod">
          <ac:chgData name="Ciara Brown" userId="5376d550-e101-45d3-8d52-a15e785c6338" providerId="ADAL" clId="{8717E858-8B79-515A-85CC-231E8CE7175A}" dt="2025-12-16T02:18:35.402" v="91" actId="14100"/>
          <ac:spMkLst>
            <pc:docMk/>
            <pc:sldMk cId="168234735" sldId="294"/>
            <ac:spMk id="2" creationId="{7ED9D3EA-7F3A-4404-99BB-3762FD8235EF}"/>
          </ac:spMkLst>
        </pc:spChg>
        <pc:spChg chg="mod">
          <ac:chgData name="Ciara Brown" userId="5376d550-e101-45d3-8d52-a15e785c6338" providerId="ADAL" clId="{8717E858-8B79-515A-85CC-231E8CE7175A}" dt="2025-12-16T02:18:30.384" v="90" actId="14100"/>
          <ac:spMkLst>
            <pc:docMk/>
            <pc:sldMk cId="168234735" sldId="294"/>
            <ac:spMk id="24" creationId="{9E4DAD14-8AF5-2704-E179-F79402AAEB89}"/>
          </ac:spMkLst>
        </pc:spChg>
        <pc:spChg chg="add del">
          <ac:chgData name="Ciara Brown" userId="5376d550-e101-45d3-8d52-a15e785c6338" providerId="ADAL" clId="{8717E858-8B79-515A-85CC-231E8CE7175A}" dt="2025-12-16T02:14:38.514" v="20" actId="26606"/>
          <ac:spMkLst>
            <pc:docMk/>
            <pc:sldMk cId="168234735" sldId="294"/>
            <ac:spMk id="29" creationId="{B4AAD3FD-83A5-4B89-9F8F-01B8870865BE}"/>
          </ac:spMkLst>
        </pc:spChg>
        <pc:spChg chg="add del">
          <ac:chgData name="Ciara Brown" userId="5376d550-e101-45d3-8d52-a15e785c6338" providerId="ADAL" clId="{8717E858-8B79-515A-85CC-231E8CE7175A}" dt="2025-12-16T02:14:38.514" v="20" actId="26606"/>
          <ac:spMkLst>
            <pc:docMk/>
            <pc:sldMk cId="168234735" sldId="294"/>
            <ac:spMk id="31" creationId="{61752F1D-FC0F-4103-9584-630E643CCDA6}"/>
          </ac:spMkLst>
        </pc:spChg>
        <pc:spChg chg="add del">
          <ac:chgData name="Ciara Brown" userId="5376d550-e101-45d3-8d52-a15e785c6338" providerId="ADAL" clId="{8717E858-8B79-515A-85CC-231E8CE7175A}" dt="2025-12-16T02:14:38.514" v="20" actId="26606"/>
          <ac:spMkLst>
            <pc:docMk/>
            <pc:sldMk cId="168234735" sldId="294"/>
            <ac:spMk id="33" creationId="{70151CB7-E7DE-4917-B831-01DF9CE01306}"/>
          </ac:spMkLst>
        </pc:spChg>
        <pc:spChg chg="add del">
          <ac:chgData name="Ciara Brown" userId="5376d550-e101-45d3-8d52-a15e785c6338" providerId="ADAL" clId="{8717E858-8B79-515A-85CC-231E8CE7175A}" dt="2025-12-16T02:14:38.514" v="20" actId="26606"/>
          <ac:spMkLst>
            <pc:docMk/>
            <pc:sldMk cId="168234735" sldId="294"/>
            <ac:spMk id="35" creationId="{A92A1116-1C84-41DF-B803-1F7B0883EC82}"/>
          </ac:spMkLst>
        </pc:spChg>
        <pc:spChg chg="add del">
          <ac:chgData name="Ciara Brown" userId="5376d550-e101-45d3-8d52-a15e785c6338" providerId="ADAL" clId="{8717E858-8B79-515A-85CC-231E8CE7175A}" dt="2025-12-16T02:14:39.667" v="22" actId="26606"/>
          <ac:spMkLst>
            <pc:docMk/>
            <pc:sldMk cId="168234735" sldId="294"/>
            <ac:spMk id="37" creationId="{61515115-95FB-41E0-86F3-8744438C09D0}"/>
          </ac:spMkLst>
        </pc:spChg>
        <pc:spChg chg="add del">
          <ac:chgData name="Ciara Brown" userId="5376d550-e101-45d3-8d52-a15e785c6338" providerId="ADAL" clId="{8717E858-8B79-515A-85CC-231E8CE7175A}" dt="2025-12-16T02:14:39.667" v="22" actId="26606"/>
          <ac:spMkLst>
            <pc:docMk/>
            <pc:sldMk cId="168234735" sldId="294"/>
            <ac:spMk id="38" creationId="{8222A33F-BE2D-4D69-92A0-5DF8B17BAACA}"/>
          </ac:spMkLst>
        </pc:spChg>
        <pc:spChg chg="add del">
          <ac:chgData name="Ciara Brown" userId="5376d550-e101-45d3-8d52-a15e785c6338" providerId="ADAL" clId="{8717E858-8B79-515A-85CC-231E8CE7175A}" dt="2025-12-16T02:14:39.667" v="22" actId="26606"/>
          <ac:spMkLst>
            <pc:docMk/>
            <pc:sldMk cId="168234735" sldId="294"/>
            <ac:spMk id="39" creationId="{CE1C74D0-9609-468A-9597-5D87C8A42B58}"/>
          </ac:spMkLst>
        </pc:spChg>
        <pc:spChg chg="del">
          <ac:chgData name="Ciara Brown" userId="5376d550-e101-45d3-8d52-a15e785c6338" providerId="ADAL" clId="{8717E858-8B79-515A-85CC-231E8CE7175A}" dt="2025-12-16T02:09:01.246" v="8"/>
          <ac:spMkLst>
            <pc:docMk/>
            <pc:sldMk cId="168234735" sldId="294"/>
            <ac:spMk id="40" creationId="{B4AAD3FD-83A5-4B89-9F8F-01B8870865BE}"/>
          </ac:spMkLst>
        </pc:spChg>
        <pc:spChg chg="add del">
          <ac:chgData name="Ciara Brown" userId="5376d550-e101-45d3-8d52-a15e785c6338" providerId="ADAL" clId="{8717E858-8B79-515A-85CC-231E8CE7175A}" dt="2025-12-16T02:14:39.667" v="22" actId="26606"/>
          <ac:spMkLst>
            <pc:docMk/>
            <pc:sldMk cId="168234735" sldId="294"/>
            <ac:spMk id="41" creationId="{C137128D-E594-4905-9F76-E385F0831D60}"/>
          </ac:spMkLst>
        </pc:spChg>
        <pc:spChg chg="del">
          <ac:chgData name="Ciara Brown" userId="5376d550-e101-45d3-8d52-a15e785c6338" providerId="ADAL" clId="{8717E858-8B79-515A-85CC-231E8CE7175A}" dt="2025-12-16T02:09:01.246" v="8"/>
          <ac:spMkLst>
            <pc:docMk/>
            <pc:sldMk cId="168234735" sldId="294"/>
            <ac:spMk id="42" creationId="{61752F1D-FC0F-4103-9584-630E643CCDA6}"/>
          </ac:spMkLst>
        </pc:spChg>
        <pc:spChg chg="add">
          <ac:chgData name="Ciara Brown" userId="5376d550-e101-45d3-8d52-a15e785c6338" providerId="ADAL" clId="{8717E858-8B79-515A-85CC-231E8CE7175A}" dt="2025-12-16T02:14:39.674" v="23" actId="26606"/>
          <ac:spMkLst>
            <pc:docMk/>
            <pc:sldMk cId="168234735" sldId="294"/>
            <ac:spMk id="43" creationId="{B4AAD3FD-83A5-4B89-9F8F-01B8870865BE}"/>
          </ac:spMkLst>
        </pc:spChg>
        <pc:spChg chg="del">
          <ac:chgData name="Ciara Brown" userId="5376d550-e101-45d3-8d52-a15e785c6338" providerId="ADAL" clId="{8717E858-8B79-515A-85CC-231E8CE7175A}" dt="2025-12-16T02:09:01.246" v="8"/>
          <ac:spMkLst>
            <pc:docMk/>
            <pc:sldMk cId="168234735" sldId="294"/>
            <ac:spMk id="44" creationId="{70151CB7-E7DE-4917-B831-01DF9CE01306}"/>
          </ac:spMkLst>
        </pc:spChg>
        <pc:spChg chg="add">
          <ac:chgData name="Ciara Brown" userId="5376d550-e101-45d3-8d52-a15e785c6338" providerId="ADAL" clId="{8717E858-8B79-515A-85CC-231E8CE7175A}" dt="2025-12-16T02:14:39.674" v="23" actId="26606"/>
          <ac:spMkLst>
            <pc:docMk/>
            <pc:sldMk cId="168234735" sldId="294"/>
            <ac:spMk id="45" creationId="{61752F1D-FC0F-4103-9584-630E643CCDA6}"/>
          </ac:spMkLst>
        </pc:spChg>
        <pc:spChg chg="del">
          <ac:chgData name="Ciara Brown" userId="5376d550-e101-45d3-8d52-a15e785c6338" providerId="ADAL" clId="{8717E858-8B79-515A-85CC-231E8CE7175A}" dt="2025-12-16T02:09:01.246" v="8"/>
          <ac:spMkLst>
            <pc:docMk/>
            <pc:sldMk cId="168234735" sldId="294"/>
            <ac:spMk id="46" creationId="{A92A1116-1C84-41DF-B803-1F7B0883EC82}"/>
          </ac:spMkLst>
        </pc:spChg>
        <pc:spChg chg="add">
          <ac:chgData name="Ciara Brown" userId="5376d550-e101-45d3-8d52-a15e785c6338" providerId="ADAL" clId="{8717E858-8B79-515A-85CC-231E8CE7175A}" dt="2025-12-16T02:14:39.674" v="23" actId="26606"/>
          <ac:spMkLst>
            <pc:docMk/>
            <pc:sldMk cId="168234735" sldId="294"/>
            <ac:spMk id="47" creationId="{70151CB7-E7DE-4917-B831-01DF9CE01306}"/>
          </ac:spMkLst>
        </pc:spChg>
        <pc:spChg chg="add">
          <ac:chgData name="Ciara Brown" userId="5376d550-e101-45d3-8d52-a15e785c6338" providerId="ADAL" clId="{8717E858-8B79-515A-85CC-231E8CE7175A}" dt="2025-12-16T02:14:39.674" v="23" actId="26606"/>
          <ac:spMkLst>
            <pc:docMk/>
            <pc:sldMk cId="168234735" sldId="294"/>
            <ac:spMk id="48" creationId="{A92A1116-1C84-41DF-B803-1F7B0883EC82}"/>
          </ac:spMkLst>
        </pc:spChg>
        <pc:picChg chg="mod">
          <ac:chgData name="Ciara Brown" userId="5376d550-e101-45d3-8d52-a15e785c6338" providerId="ADAL" clId="{8717E858-8B79-515A-85CC-231E8CE7175A}" dt="2025-12-16T02:18:20.970" v="89" actId="14100"/>
          <ac:picMkLst>
            <pc:docMk/>
            <pc:sldMk cId="168234735" sldId="294"/>
            <ac:picMk id="5" creationId="{4814E969-AC29-A28E-1E6E-29E83CA7EB3F}"/>
          </ac:picMkLst>
        </pc:picChg>
      </pc:sldChg>
      <pc:sldChg chg="add">
        <pc:chgData name="Ciara Brown" userId="5376d550-e101-45d3-8d52-a15e785c6338" providerId="ADAL" clId="{8717E858-8B79-515A-85CC-231E8CE7175A}" dt="2025-12-16T02:09:10.912" v="9"/>
        <pc:sldMkLst>
          <pc:docMk/>
          <pc:sldMk cId="3567481838" sldId="295"/>
        </pc:sldMkLst>
      </pc:sldChg>
      <pc:sldChg chg="add">
        <pc:chgData name="Ciara Brown" userId="5376d550-e101-45d3-8d52-a15e785c6338" providerId="ADAL" clId="{8717E858-8B79-515A-85CC-231E8CE7175A}" dt="2025-12-16T02:09:20.743" v="10"/>
        <pc:sldMkLst>
          <pc:docMk/>
          <pc:sldMk cId="1290441449" sldId="296"/>
        </pc:sldMkLst>
      </pc:sldChg>
      <pc:sldChg chg="delSp add del setBg delDesignElem">
        <pc:chgData name="Ciara Brown" userId="5376d550-e101-45d3-8d52-a15e785c6338" providerId="ADAL" clId="{8717E858-8B79-515A-85CC-231E8CE7175A}" dt="2025-12-16T02:11:43.643" v="18" actId="2696"/>
        <pc:sldMkLst>
          <pc:docMk/>
          <pc:sldMk cId="200931131" sldId="297"/>
        </pc:sldMkLst>
        <pc:spChg chg="del">
          <ac:chgData name="Ciara Brown" userId="5376d550-e101-45d3-8d52-a15e785c6338" providerId="ADAL" clId="{8717E858-8B79-515A-85CC-231E8CE7175A}" dt="2025-12-16T02:11:40.844" v="17"/>
          <ac:spMkLst>
            <pc:docMk/>
            <pc:sldMk cId="200931131" sldId="297"/>
            <ac:spMk id="29" creationId="{B4AAD3FD-83A5-4B89-9F8F-01B8870865BE}"/>
          </ac:spMkLst>
        </pc:spChg>
        <pc:spChg chg="del">
          <ac:chgData name="Ciara Brown" userId="5376d550-e101-45d3-8d52-a15e785c6338" providerId="ADAL" clId="{8717E858-8B79-515A-85CC-231E8CE7175A}" dt="2025-12-16T02:11:40.844" v="17"/>
          <ac:spMkLst>
            <pc:docMk/>
            <pc:sldMk cId="200931131" sldId="297"/>
            <ac:spMk id="30" creationId="{61752F1D-FC0F-4103-9584-630E643CCDA6}"/>
          </ac:spMkLst>
        </pc:spChg>
        <pc:spChg chg="del">
          <ac:chgData name="Ciara Brown" userId="5376d550-e101-45d3-8d52-a15e785c6338" providerId="ADAL" clId="{8717E858-8B79-515A-85CC-231E8CE7175A}" dt="2025-12-16T02:11:40.844" v="17"/>
          <ac:spMkLst>
            <pc:docMk/>
            <pc:sldMk cId="200931131" sldId="297"/>
            <ac:spMk id="31" creationId="{70151CB7-E7DE-4917-B831-01DF9CE01306}"/>
          </ac:spMkLst>
        </pc:spChg>
        <pc:spChg chg="del">
          <ac:chgData name="Ciara Brown" userId="5376d550-e101-45d3-8d52-a15e785c6338" providerId="ADAL" clId="{8717E858-8B79-515A-85CC-231E8CE7175A}" dt="2025-12-16T02:11:40.844" v="17"/>
          <ac:spMkLst>
            <pc:docMk/>
            <pc:sldMk cId="200931131" sldId="297"/>
            <ac:spMk id="32" creationId="{A92A1116-1C84-41DF-B803-1F7B0883EC82}"/>
          </ac:spMkLst>
        </pc:spChg>
      </pc:sldChg>
    </pc:docChg>
  </pc:docChgLst>
  <pc:docChgLst>
    <pc:chgData name="Kendrick Kendrick" userId="S::40274936@ads.qub.ac.uk::70640412-34f1-4e49-badf-c024b3963d59" providerId="AD" clId="Web-{4A7A39CE-A169-142B-4874-642977F94DB5}"/>
    <pc:docChg chg="addSld modSld">
      <pc:chgData name="Kendrick Kendrick" userId="S::40274936@ads.qub.ac.uk::70640412-34f1-4e49-badf-c024b3963d59" providerId="AD" clId="Web-{4A7A39CE-A169-142B-4874-642977F94DB5}" dt="2025-12-16T21:08:45.865" v="521" actId="20577"/>
      <pc:docMkLst>
        <pc:docMk/>
      </pc:docMkLst>
      <pc:sldChg chg="addSp delSp modSp add replId">
        <pc:chgData name="Kendrick Kendrick" userId="S::40274936@ads.qub.ac.uk::70640412-34f1-4e49-badf-c024b3963d59" providerId="AD" clId="Web-{4A7A39CE-A169-142B-4874-642977F94DB5}" dt="2025-12-16T21:08:45.865" v="521" actId="20577"/>
        <pc:sldMkLst>
          <pc:docMk/>
          <pc:sldMk cId="2917165318" sldId="303"/>
        </pc:sldMkLst>
        <pc:spChg chg="mod">
          <ac:chgData name="Kendrick Kendrick" userId="S::40274936@ads.qub.ac.uk::70640412-34f1-4e49-badf-c024b3963d59" providerId="AD" clId="Web-{4A7A39CE-A169-142B-4874-642977F94DB5}" dt="2025-12-16T20:57:05.939" v="78" actId="20577"/>
          <ac:spMkLst>
            <pc:docMk/>
            <pc:sldMk cId="2917165318" sldId="303"/>
            <ac:spMk id="2" creationId="{7F8D136C-9B6C-9766-875C-E9FBE6E4D785}"/>
          </ac:spMkLst>
        </pc:spChg>
        <pc:spChg chg="mod">
          <ac:chgData name="Kendrick Kendrick" userId="S::40274936@ads.qub.ac.uk::70640412-34f1-4e49-badf-c024b3963d59" providerId="AD" clId="Web-{4A7A39CE-A169-142B-4874-642977F94DB5}" dt="2025-12-16T20:57:09.767" v="80" actId="20577"/>
          <ac:spMkLst>
            <pc:docMk/>
            <pc:sldMk cId="2917165318" sldId="303"/>
            <ac:spMk id="3" creationId="{1666EAC9-7C45-3FDD-B683-8EE335681B7E}"/>
          </ac:spMkLst>
        </pc:spChg>
        <pc:spChg chg="add mod">
          <ac:chgData name="Kendrick Kendrick" userId="S::40274936@ads.qub.ac.uk::70640412-34f1-4e49-badf-c024b3963d59" providerId="AD" clId="Web-{4A7A39CE-A169-142B-4874-642977F94DB5}" dt="2025-12-16T21:03:40.412" v="227" actId="20577"/>
          <ac:spMkLst>
            <pc:docMk/>
            <pc:sldMk cId="2917165318" sldId="303"/>
            <ac:spMk id="4" creationId="{78A48FAC-DBD1-C34C-B974-FEEF62B1F3F2}"/>
          </ac:spMkLst>
        </pc:spChg>
        <pc:spChg chg="add mod">
          <ac:chgData name="Kendrick Kendrick" userId="S::40274936@ads.qub.ac.uk::70640412-34f1-4e49-badf-c024b3963d59" providerId="AD" clId="Web-{4A7A39CE-A169-142B-4874-642977F94DB5}" dt="2025-12-16T21:03:59.740" v="232" actId="1076"/>
          <ac:spMkLst>
            <pc:docMk/>
            <pc:sldMk cId="2917165318" sldId="303"/>
            <ac:spMk id="6" creationId="{81B1F5D9-6AF9-C50F-6761-02E65C6EC4BD}"/>
          </ac:spMkLst>
        </pc:spChg>
        <pc:spChg chg="add mod">
          <ac:chgData name="Kendrick Kendrick" userId="S::40274936@ads.qub.ac.uk::70640412-34f1-4e49-badf-c024b3963d59" providerId="AD" clId="Web-{4A7A39CE-A169-142B-4874-642977F94DB5}" dt="2025-12-16T21:04:09.615" v="233" actId="1076"/>
          <ac:spMkLst>
            <pc:docMk/>
            <pc:sldMk cId="2917165318" sldId="303"/>
            <ac:spMk id="7" creationId="{8E3015E2-56CA-0DB8-F8FB-0D01C6B97CD4}"/>
          </ac:spMkLst>
        </pc:spChg>
        <pc:spChg chg="del mod">
          <ac:chgData name="Kendrick Kendrick" userId="S::40274936@ads.qub.ac.uk::70640412-34f1-4e49-badf-c024b3963d59" providerId="AD" clId="Web-{4A7A39CE-A169-142B-4874-642977F94DB5}" dt="2025-12-16T20:57:14.252" v="82"/>
          <ac:spMkLst>
            <pc:docMk/>
            <pc:sldMk cId="2917165318" sldId="303"/>
            <ac:spMk id="9" creationId="{B3AA9A5B-1313-BB37-01D1-F76DA975A47D}"/>
          </ac:spMkLst>
        </pc:spChg>
        <pc:spChg chg="add mod">
          <ac:chgData name="Kendrick Kendrick" userId="S::40274936@ads.qub.ac.uk::70640412-34f1-4e49-badf-c024b3963d59" providerId="AD" clId="Web-{4A7A39CE-A169-142B-4874-642977F94DB5}" dt="2025-12-16T21:08:45.865" v="521" actId="20577"/>
          <ac:spMkLst>
            <pc:docMk/>
            <pc:sldMk cId="2917165318" sldId="303"/>
            <ac:spMk id="13" creationId="{1520D9EE-7FAB-86E4-12C8-AB6EC695EE7E}"/>
          </ac:spMkLst>
        </pc:spChg>
        <pc:spChg chg="add mod">
          <ac:chgData name="Kendrick Kendrick" userId="S::40274936@ads.qub.ac.uk::70640412-34f1-4e49-badf-c024b3963d59" providerId="AD" clId="Web-{4A7A39CE-A169-142B-4874-642977F94DB5}" dt="2025-12-16T21:03:50.615" v="230" actId="1076"/>
          <ac:spMkLst>
            <pc:docMk/>
            <pc:sldMk cId="2917165318" sldId="303"/>
            <ac:spMk id="15" creationId="{564B41A8-ED87-00C1-351A-EAAC6EE0095E}"/>
          </ac:spMkLst>
        </pc:spChg>
        <pc:spChg chg="add mod">
          <ac:chgData name="Kendrick Kendrick" userId="S::40274936@ads.qub.ac.uk::70640412-34f1-4e49-badf-c024b3963d59" providerId="AD" clId="Web-{4A7A39CE-A169-142B-4874-642977F94DB5}" dt="2025-12-16T21:07:06.008" v="430" actId="1076"/>
          <ac:spMkLst>
            <pc:docMk/>
            <pc:sldMk cId="2917165318" sldId="303"/>
            <ac:spMk id="17" creationId="{1EFD7DB1-5485-BFB4-DFDD-A1272B7D252D}"/>
          </ac:spMkLst>
        </pc:spChg>
        <pc:spChg chg="add mod">
          <ac:chgData name="Kendrick Kendrick" userId="S::40274936@ads.qub.ac.uk::70640412-34f1-4e49-badf-c024b3963d59" providerId="AD" clId="Web-{4A7A39CE-A169-142B-4874-642977F94DB5}" dt="2025-12-16T21:07:09.410" v="431" actId="1076"/>
          <ac:spMkLst>
            <pc:docMk/>
            <pc:sldMk cId="2917165318" sldId="303"/>
            <ac:spMk id="18" creationId="{477D6BCB-BFDD-871C-1793-787A8FFF8684}"/>
          </ac:spMkLst>
        </pc:spChg>
        <pc:picChg chg="add mod">
          <ac:chgData name="Kendrick Kendrick" userId="S::40274936@ads.qub.ac.uk::70640412-34f1-4e49-badf-c024b3963d59" providerId="AD" clId="Web-{4A7A39CE-A169-142B-4874-642977F94DB5}" dt="2025-12-16T21:06:59.537" v="429" actId="1076"/>
          <ac:picMkLst>
            <pc:docMk/>
            <pc:sldMk cId="2917165318" sldId="303"/>
            <ac:picMk id="14" creationId="{CF7EA30E-F3F3-1C4A-B5E4-D65456BC5A3C}"/>
          </ac:picMkLst>
        </pc:picChg>
        <pc:picChg chg="add mod">
          <ac:chgData name="Kendrick Kendrick" userId="S::40274936@ads.qub.ac.uk::70640412-34f1-4e49-badf-c024b3963d59" providerId="AD" clId="Web-{4A7A39CE-A169-142B-4874-642977F94DB5}" dt="2025-12-16T21:03:55.005" v="231" actId="14100"/>
          <ac:picMkLst>
            <pc:docMk/>
            <pc:sldMk cId="2917165318" sldId="303"/>
            <ac:picMk id="16" creationId="{50498151-6C2F-2DEC-E612-6DE87DFF1262}"/>
          </ac:picMkLst>
        </pc:picChg>
      </pc:sldChg>
    </pc:docChg>
  </pc:docChgLst>
  <pc:docChgLst>
    <pc:chgData name="Ciara Brown" userId="S::40295892@ads.qub.ac.uk::5376d550-e101-45d3-8d52-a15e785c6338" providerId="AD" clId="Web-{408E1859-8ED7-06FF-872C-B753B65CCD9E}"/>
    <pc:docChg chg="addSld delSld modSld">
      <pc:chgData name="Ciara Brown" userId="S::40295892@ads.qub.ac.uk::5376d550-e101-45d3-8d52-a15e785c6338" providerId="AD" clId="Web-{408E1859-8ED7-06FF-872C-B753B65CCD9E}" dt="2025-12-16T17:52:51.638" v="402" actId="20577"/>
      <pc:docMkLst>
        <pc:docMk/>
      </pc:docMkLst>
      <pc:sldChg chg="modSp">
        <pc:chgData name="Ciara Brown" userId="S::40295892@ads.qub.ac.uk::5376d550-e101-45d3-8d52-a15e785c6338" providerId="AD" clId="Web-{408E1859-8ED7-06FF-872C-B753B65CCD9E}" dt="2025-12-16T16:39:00.064" v="136" actId="20577"/>
        <pc:sldMkLst>
          <pc:docMk/>
          <pc:sldMk cId="1601408118" sldId="263"/>
        </pc:sldMkLst>
        <pc:spChg chg="mod">
          <ac:chgData name="Ciara Brown" userId="S::40295892@ads.qub.ac.uk::5376d550-e101-45d3-8d52-a15e785c6338" providerId="AD" clId="Web-{408E1859-8ED7-06FF-872C-B753B65CCD9E}" dt="2025-12-16T16:39:00.064" v="136" actId="20577"/>
          <ac:spMkLst>
            <pc:docMk/>
            <pc:sldMk cId="1601408118" sldId="263"/>
            <ac:spMk id="6" creationId="{9BC6AC25-7507-0399-DF75-175966A890EC}"/>
          </ac:spMkLst>
        </pc:spChg>
      </pc:sldChg>
      <pc:sldChg chg="modSp">
        <pc:chgData name="Ciara Brown" userId="S::40295892@ads.qub.ac.uk::5376d550-e101-45d3-8d52-a15e785c6338" providerId="AD" clId="Web-{408E1859-8ED7-06FF-872C-B753B65CCD9E}" dt="2025-12-16T17:52:51.638" v="402" actId="20577"/>
        <pc:sldMkLst>
          <pc:docMk/>
          <pc:sldMk cId="1058383411" sldId="268"/>
        </pc:sldMkLst>
        <pc:spChg chg="mod">
          <ac:chgData name="Ciara Brown" userId="S::40295892@ads.qub.ac.uk::5376d550-e101-45d3-8d52-a15e785c6338" providerId="AD" clId="Web-{408E1859-8ED7-06FF-872C-B753B65CCD9E}" dt="2025-12-16T17:52:51.638" v="402" actId="20577"/>
          <ac:spMkLst>
            <pc:docMk/>
            <pc:sldMk cId="1058383411" sldId="268"/>
            <ac:spMk id="3" creationId="{09625D78-E943-401B-282C-FDC17EEDFB99}"/>
          </ac:spMkLst>
        </pc:spChg>
      </pc:sldChg>
      <pc:sldChg chg="modSp">
        <pc:chgData name="Ciara Brown" userId="S::40295892@ads.qub.ac.uk::5376d550-e101-45d3-8d52-a15e785c6338" providerId="AD" clId="Web-{408E1859-8ED7-06FF-872C-B753B65CCD9E}" dt="2025-12-16T17:18:23.097" v="249" actId="14100"/>
        <pc:sldMkLst>
          <pc:docMk/>
          <pc:sldMk cId="3291029448" sldId="291"/>
        </pc:sldMkLst>
        <pc:spChg chg="mod">
          <ac:chgData name="Ciara Brown" userId="S::40295892@ads.qub.ac.uk::5376d550-e101-45d3-8d52-a15e785c6338" providerId="AD" clId="Web-{408E1859-8ED7-06FF-872C-B753B65CCD9E}" dt="2025-12-16T17:18:23.097" v="249" actId="14100"/>
          <ac:spMkLst>
            <pc:docMk/>
            <pc:sldMk cId="3291029448" sldId="291"/>
            <ac:spMk id="2" creationId="{E96BEB2B-6B40-BF38-36DF-95728F27DF7C}"/>
          </ac:spMkLst>
        </pc:spChg>
        <pc:spChg chg="mod">
          <ac:chgData name="Ciara Brown" userId="S::40295892@ads.qub.ac.uk::5376d550-e101-45d3-8d52-a15e785c6338" providerId="AD" clId="Web-{408E1859-8ED7-06FF-872C-B753B65CCD9E}" dt="2025-12-16T17:18:03.175" v="245" actId="1076"/>
          <ac:spMkLst>
            <pc:docMk/>
            <pc:sldMk cId="3291029448" sldId="291"/>
            <ac:spMk id="3" creationId="{146CE479-2CD9-C7E9-F5F0-76F03275926B}"/>
          </ac:spMkLst>
        </pc:spChg>
      </pc:sldChg>
      <pc:sldChg chg="modSp">
        <pc:chgData name="Ciara Brown" userId="S::40295892@ads.qub.ac.uk::5376d550-e101-45d3-8d52-a15e785c6338" providerId="AD" clId="Web-{408E1859-8ED7-06FF-872C-B753B65CCD9E}" dt="2025-12-16T17:18:41.660" v="254" actId="20577"/>
        <pc:sldMkLst>
          <pc:docMk/>
          <pc:sldMk cId="168234735" sldId="294"/>
        </pc:sldMkLst>
        <pc:spChg chg="mod">
          <ac:chgData name="Ciara Brown" userId="S::40295892@ads.qub.ac.uk::5376d550-e101-45d3-8d52-a15e785c6338" providerId="AD" clId="Web-{408E1859-8ED7-06FF-872C-B753B65CCD9E}" dt="2025-12-16T17:18:41.660" v="254" actId="20577"/>
          <ac:spMkLst>
            <pc:docMk/>
            <pc:sldMk cId="168234735" sldId="294"/>
            <ac:spMk id="2" creationId="{7ED9D3EA-7F3A-4404-99BB-3762FD8235EF}"/>
          </ac:spMkLst>
        </pc:spChg>
        <pc:spChg chg="mod">
          <ac:chgData name="Ciara Brown" userId="S::40295892@ads.qub.ac.uk::5376d550-e101-45d3-8d52-a15e785c6338" providerId="AD" clId="Web-{408E1859-8ED7-06FF-872C-B753B65CCD9E}" dt="2025-12-16T17:16:18.435" v="232" actId="20577"/>
          <ac:spMkLst>
            <pc:docMk/>
            <pc:sldMk cId="168234735" sldId="294"/>
            <ac:spMk id="7" creationId="{DF90A120-BF69-B80A-11D1-D1192B3E5365}"/>
          </ac:spMkLst>
        </pc:spChg>
      </pc:sldChg>
      <pc:sldChg chg="modSp">
        <pc:chgData name="Ciara Brown" userId="S::40295892@ads.qub.ac.uk::5376d550-e101-45d3-8d52-a15e785c6338" providerId="AD" clId="Web-{408E1859-8ED7-06FF-872C-B753B65CCD9E}" dt="2025-12-16T17:50:46.402" v="398" actId="20577"/>
        <pc:sldMkLst>
          <pc:docMk/>
          <pc:sldMk cId="1290441449" sldId="296"/>
        </pc:sldMkLst>
        <pc:spChg chg="mod">
          <ac:chgData name="Ciara Brown" userId="S::40295892@ads.qub.ac.uk::5376d550-e101-45d3-8d52-a15e785c6338" providerId="AD" clId="Web-{408E1859-8ED7-06FF-872C-B753B65CCD9E}" dt="2025-12-16T17:50:46.402" v="398" actId="20577"/>
          <ac:spMkLst>
            <pc:docMk/>
            <pc:sldMk cId="1290441449" sldId="296"/>
            <ac:spMk id="3" creationId="{6D8BDC74-A050-14D0-CC79-38CFCDF0E493}"/>
          </ac:spMkLst>
        </pc:spChg>
      </pc:sldChg>
      <pc:sldChg chg="modSp">
        <pc:chgData name="Ciara Brown" userId="S::40295892@ads.qub.ac.uk::5376d550-e101-45d3-8d52-a15e785c6338" providerId="AD" clId="Web-{408E1859-8ED7-06FF-872C-B753B65CCD9E}" dt="2025-12-16T17:15:33.075" v="230" actId="20577"/>
        <pc:sldMkLst>
          <pc:docMk/>
          <pc:sldMk cId="3434804388" sldId="298"/>
        </pc:sldMkLst>
        <pc:spChg chg="mod">
          <ac:chgData name="Ciara Brown" userId="S::40295892@ads.qub.ac.uk::5376d550-e101-45d3-8d52-a15e785c6338" providerId="AD" clId="Web-{408E1859-8ED7-06FF-872C-B753B65CCD9E}" dt="2025-12-16T17:15:33.075" v="230" actId="20577"/>
          <ac:spMkLst>
            <pc:docMk/>
            <pc:sldMk cId="3434804388" sldId="298"/>
            <ac:spMk id="11" creationId="{0837E072-5E6B-6F49-B5B1-5B31A2798B7E}"/>
          </ac:spMkLst>
        </pc:spChg>
      </pc:sldChg>
      <pc:sldChg chg="addSp delSp modSp add del replId">
        <pc:chgData name="Ciara Brown" userId="S::40295892@ads.qub.ac.uk::5376d550-e101-45d3-8d52-a15e785c6338" providerId="AD" clId="Web-{408E1859-8ED7-06FF-872C-B753B65CCD9E}" dt="2025-12-16T17:17:34.581" v="244"/>
        <pc:sldMkLst>
          <pc:docMk/>
          <pc:sldMk cId="519749246" sldId="301"/>
        </pc:sldMkLst>
        <pc:spChg chg="add mod">
          <ac:chgData name="Ciara Brown" userId="S::40295892@ads.qub.ac.uk::5376d550-e101-45d3-8d52-a15e785c6338" providerId="AD" clId="Web-{408E1859-8ED7-06FF-872C-B753B65CCD9E}" dt="2025-12-16T17:17:30.191" v="243" actId="20577"/>
          <ac:spMkLst>
            <pc:docMk/>
            <pc:sldMk cId="519749246" sldId="301"/>
            <ac:spMk id="6" creationId="{7B035510-0DDD-E1DE-EF90-C4DDD52E6BB0}"/>
          </ac:spMkLst>
        </pc:spChg>
        <pc:spChg chg="del mod">
          <ac:chgData name="Ciara Brown" userId="S::40295892@ads.qub.ac.uk::5376d550-e101-45d3-8d52-a15e785c6338" providerId="AD" clId="Web-{408E1859-8ED7-06FF-872C-B753B65CCD9E}" dt="2025-12-16T17:16:54.701" v="236"/>
          <ac:spMkLst>
            <pc:docMk/>
            <pc:sldMk cId="519749246" sldId="301"/>
            <ac:spMk id="7" creationId="{07FC67A5-05F7-625E-501B-620560EA8F5F}"/>
          </ac:spMkLst>
        </pc:spChg>
        <pc:spChg chg="add del mod">
          <ac:chgData name="Ciara Brown" userId="S::40295892@ads.qub.ac.uk::5376d550-e101-45d3-8d52-a15e785c6338" providerId="AD" clId="Web-{408E1859-8ED7-06FF-872C-B753B65CCD9E}" dt="2025-12-16T17:16:59.466" v="237"/>
          <ac:spMkLst>
            <pc:docMk/>
            <pc:sldMk cId="519749246" sldId="301"/>
            <ac:spMk id="10" creationId="{1C581F5F-D4AC-ADED-DD10-FB3820C37136}"/>
          </ac:spMkLst>
        </pc:spChg>
      </pc:sldChg>
    </pc:docChg>
  </pc:docChgLst>
  <pc:docChgLst>
    <pc:chgData name="Utkarsh Awasthi" userId="S::40490288@ads.qub.ac.uk::ad4f256f-da97-4041-8145-32bceb3f78cb" providerId="AD" clId="Web-{76743924-7905-2E10-21AA-79A2B32AD585}"/>
    <pc:docChg chg="modSld">
      <pc:chgData name="Utkarsh Awasthi" userId="S::40490288@ads.qub.ac.uk::ad4f256f-da97-4041-8145-32bceb3f78cb" providerId="AD" clId="Web-{76743924-7905-2E10-21AA-79A2B32AD585}" dt="2025-11-23T19:46:16.899" v="4" actId="14100"/>
      <pc:docMkLst>
        <pc:docMk/>
      </pc:docMkLst>
    </pc:docChg>
  </pc:docChgLst>
  <pc:docChgLst>
    <pc:chgData name="Kendrick Kendrick" userId="S::40274936@ads.qub.ac.uk::70640412-34f1-4e49-badf-c024b3963d59" providerId="AD" clId="Web-{606CEE04-E344-8539-EB89-02EB768A4458}"/>
    <pc:docChg chg="modSld">
      <pc:chgData name="Kendrick Kendrick" userId="S::40274936@ads.qub.ac.uk::70640412-34f1-4e49-badf-c024b3963d59" providerId="AD" clId="Web-{606CEE04-E344-8539-EB89-02EB768A4458}" dt="2025-11-21T15:36:27.160" v="1" actId="20577"/>
      <pc:docMkLst>
        <pc:docMk/>
      </pc:docMkLst>
      <pc:sldChg chg="modSp">
        <pc:chgData name="Kendrick Kendrick" userId="S::40274936@ads.qub.ac.uk::70640412-34f1-4e49-badf-c024b3963d59" providerId="AD" clId="Web-{606CEE04-E344-8539-EB89-02EB768A4458}" dt="2025-11-21T15:36:27.160" v="1" actId="20577"/>
        <pc:sldMkLst>
          <pc:docMk/>
          <pc:sldMk cId="3724315915" sldId="256"/>
        </pc:sldMkLst>
        <pc:spChg chg="mod">
          <ac:chgData name="Kendrick Kendrick" userId="S::40274936@ads.qub.ac.uk::70640412-34f1-4e49-badf-c024b3963d59" providerId="AD" clId="Web-{606CEE04-E344-8539-EB89-02EB768A4458}" dt="2025-11-21T15:36:27.160" v="1" actId="20577"/>
          <ac:spMkLst>
            <pc:docMk/>
            <pc:sldMk cId="3724315915" sldId="256"/>
            <ac:spMk id="3" creationId="{90A4B075-EAF2-42B7-6021-E193F4CCA7A7}"/>
          </ac:spMkLst>
        </pc:spChg>
      </pc:sldChg>
    </pc:docChg>
  </pc:docChgLst>
  <pc:docChgLst>
    <pc:chgData name="Kendrick Kendrick" userId="S::40274936@ads.qub.ac.uk::70640412-34f1-4e49-badf-c024b3963d59" providerId="AD" clId="Web-{F8EFE200-1E03-4F18-A16B-3CF75D815981}"/>
    <pc:docChg chg="addSld delSld modSld">
      <pc:chgData name="Kendrick Kendrick" userId="S::40274936@ads.qub.ac.uk::70640412-34f1-4e49-badf-c024b3963d59" providerId="AD" clId="Web-{F8EFE200-1E03-4F18-A16B-3CF75D815981}" dt="2025-12-10T21:00:24.826" v="259" actId="1076"/>
      <pc:docMkLst>
        <pc:docMk/>
      </pc:docMkLst>
      <pc:sldChg chg="delSp modSp">
        <pc:chgData name="Kendrick Kendrick" userId="S::40274936@ads.qub.ac.uk::70640412-34f1-4e49-badf-c024b3963d59" providerId="AD" clId="Web-{F8EFE200-1E03-4F18-A16B-3CF75D815981}" dt="2025-12-10T21:00:12.232" v="258" actId="1076"/>
        <pc:sldMkLst>
          <pc:docMk/>
          <pc:sldMk cId="2541104513" sldId="264"/>
        </pc:sldMkLst>
        <pc:spChg chg="mod">
          <ac:chgData name="Kendrick Kendrick" userId="S::40274936@ads.qub.ac.uk::70640412-34f1-4e49-badf-c024b3963d59" providerId="AD" clId="Web-{F8EFE200-1E03-4F18-A16B-3CF75D815981}" dt="2025-12-10T20:59:49.888" v="257" actId="14100"/>
          <ac:spMkLst>
            <pc:docMk/>
            <pc:sldMk cId="2541104513" sldId="264"/>
            <ac:spMk id="3" creationId="{A9AE01DA-BC98-2FE1-DE4C-7BB44C4CA0ED}"/>
          </ac:spMkLst>
        </pc:spChg>
        <pc:spChg chg="mod">
          <ac:chgData name="Kendrick Kendrick" userId="S::40274936@ads.qub.ac.uk::70640412-34f1-4e49-badf-c024b3963d59" providerId="AD" clId="Web-{F8EFE200-1E03-4F18-A16B-3CF75D815981}" dt="2025-12-10T21:00:12.232" v="258" actId="1076"/>
          <ac:spMkLst>
            <pc:docMk/>
            <pc:sldMk cId="2541104513" sldId="264"/>
            <ac:spMk id="8" creationId="{9EEF1F5A-C799-DDEC-FA3E-616B007954E2}"/>
          </ac:spMkLst>
        </pc:spChg>
        <pc:spChg chg="mod">
          <ac:chgData name="Kendrick Kendrick" userId="S::40274936@ads.qub.ac.uk::70640412-34f1-4e49-badf-c024b3963d59" providerId="AD" clId="Web-{F8EFE200-1E03-4F18-A16B-3CF75D815981}" dt="2025-12-10T20:55:43.777" v="230" actId="20577"/>
          <ac:spMkLst>
            <pc:docMk/>
            <pc:sldMk cId="2541104513" sldId="264"/>
            <ac:spMk id="12" creationId="{35FF8C98-DBD0-35FC-3D28-D02E48493CCA}"/>
          </ac:spMkLst>
        </pc:spChg>
        <pc:picChg chg="mod">
          <ac:chgData name="Kendrick Kendrick" userId="S::40274936@ads.qub.ac.uk::70640412-34f1-4e49-badf-c024b3963d59" providerId="AD" clId="Web-{F8EFE200-1E03-4F18-A16B-3CF75D815981}" dt="2025-12-10T20:53:31.728" v="219" actId="1076"/>
          <ac:picMkLst>
            <pc:docMk/>
            <pc:sldMk cId="2541104513" sldId="264"/>
            <ac:picMk id="16" creationId="{C41865B2-7C23-9C8F-02FF-31F50C4F650B}"/>
          </ac:picMkLst>
        </pc:picChg>
      </pc:sldChg>
      <pc:sldChg chg="modSp">
        <pc:chgData name="Kendrick Kendrick" userId="S::40274936@ads.qub.ac.uk::70640412-34f1-4e49-badf-c024b3963d59" providerId="AD" clId="Web-{F8EFE200-1E03-4F18-A16B-3CF75D815981}" dt="2025-12-10T20:56:27.996" v="235" actId="20577"/>
        <pc:sldMkLst>
          <pc:docMk/>
          <pc:sldMk cId="1058383411" sldId="268"/>
        </pc:sldMkLst>
        <pc:spChg chg="mod">
          <ac:chgData name="Kendrick Kendrick" userId="S::40274936@ads.qub.ac.uk::70640412-34f1-4e49-badf-c024b3963d59" providerId="AD" clId="Web-{F8EFE200-1E03-4F18-A16B-3CF75D815981}" dt="2025-12-10T20:56:27.996" v="235" actId="20577"/>
          <ac:spMkLst>
            <pc:docMk/>
            <pc:sldMk cId="1058383411" sldId="268"/>
            <ac:spMk id="3" creationId="{09625D78-E943-401B-282C-FDC17EEDFB99}"/>
          </ac:spMkLst>
        </pc:spChg>
      </pc:sldChg>
      <pc:sldChg chg="addSp modSp">
        <pc:chgData name="Kendrick Kendrick" userId="S::40274936@ads.qub.ac.uk::70640412-34f1-4e49-badf-c024b3963d59" providerId="AD" clId="Web-{F8EFE200-1E03-4F18-A16B-3CF75D815981}" dt="2025-12-10T20:57:40.622" v="240" actId="20577"/>
        <pc:sldMkLst>
          <pc:docMk/>
          <pc:sldMk cId="2783888995" sldId="269"/>
        </pc:sldMkLst>
        <pc:spChg chg="mod">
          <ac:chgData name="Kendrick Kendrick" userId="S::40274936@ads.qub.ac.uk::70640412-34f1-4e49-badf-c024b3963d59" providerId="AD" clId="Web-{F8EFE200-1E03-4F18-A16B-3CF75D815981}" dt="2025-12-10T20:52:50.520" v="211" actId="20577"/>
          <ac:spMkLst>
            <pc:docMk/>
            <pc:sldMk cId="2783888995" sldId="269"/>
            <ac:spMk id="3" creationId="{53BC39D5-1F9F-6021-789B-DB493DDB122D}"/>
          </ac:spMkLst>
        </pc:spChg>
        <pc:spChg chg="add mod">
          <ac:chgData name="Kendrick Kendrick" userId="S::40274936@ads.qub.ac.uk::70640412-34f1-4e49-badf-c024b3963d59" providerId="AD" clId="Web-{F8EFE200-1E03-4F18-A16B-3CF75D815981}" dt="2025-12-10T20:57:40.622" v="240" actId="20577"/>
          <ac:spMkLst>
            <pc:docMk/>
            <pc:sldMk cId="2783888995" sldId="269"/>
            <ac:spMk id="7" creationId="{55167F07-F179-3D99-A819-E35BD2A86E1D}"/>
          </ac:spMkLst>
        </pc:spChg>
      </pc:sldChg>
      <pc:sldChg chg="addSp modSp">
        <pc:chgData name="Kendrick Kendrick" userId="S::40274936@ads.qub.ac.uk::70640412-34f1-4e49-badf-c024b3963d59" providerId="AD" clId="Web-{F8EFE200-1E03-4F18-A16B-3CF75D815981}" dt="2025-12-10T20:59:24.295" v="247" actId="14100"/>
        <pc:sldMkLst>
          <pc:docMk/>
          <pc:sldMk cId="168068795" sldId="272"/>
        </pc:sldMkLst>
        <pc:spChg chg="add mod">
          <ac:chgData name="Kendrick Kendrick" userId="S::40274936@ads.qub.ac.uk::70640412-34f1-4e49-badf-c024b3963d59" providerId="AD" clId="Web-{F8EFE200-1E03-4F18-A16B-3CF75D815981}" dt="2025-12-10T20:59:24.295" v="247" actId="14100"/>
          <ac:spMkLst>
            <pc:docMk/>
            <pc:sldMk cId="168068795" sldId="272"/>
            <ac:spMk id="3" creationId="{AAB59DB9-4507-3CDD-8840-9E05981FF5D3}"/>
          </ac:spMkLst>
        </pc:spChg>
        <pc:spChg chg="mod">
          <ac:chgData name="Kendrick Kendrick" userId="S::40274936@ads.qub.ac.uk::70640412-34f1-4e49-badf-c024b3963d59" providerId="AD" clId="Web-{F8EFE200-1E03-4F18-A16B-3CF75D815981}" dt="2025-12-10T20:56:08.043" v="233" actId="20577"/>
          <ac:spMkLst>
            <pc:docMk/>
            <pc:sldMk cId="168068795" sldId="272"/>
            <ac:spMk id="5" creationId="{F71077CC-8A71-B216-4328-E627801C17A8}"/>
          </ac:spMkLst>
        </pc:spChg>
        <pc:spChg chg="mod">
          <ac:chgData name="Kendrick Kendrick" userId="S::40274936@ads.qub.ac.uk::70640412-34f1-4e49-badf-c024b3963d59" providerId="AD" clId="Web-{F8EFE200-1E03-4F18-A16B-3CF75D815981}" dt="2025-12-10T20:33:19.363" v="17" actId="1076"/>
          <ac:spMkLst>
            <pc:docMk/>
            <pc:sldMk cId="168068795" sldId="272"/>
            <ac:spMk id="10" creationId="{0DCDAB20-DE28-06E4-BAF7-661D8AA7FD3D}"/>
          </ac:spMkLst>
        </pc:spChg>
        <pc:spChg chg="mod">
          <ac:chgData name="Kendrick Kendrick" userId="S::40274936@ads.qub.ac.uk::70640412-34f1-4e49-badf-c024b3963d59" providerId="AD" clId="Web-{F8EFE200-1E03-4F18-A16B-3CF75D815981}" dt="2025-12-10T20:59:14.420" v="243" actId="1076"/>
          <ac:spMkLst>
            <pc:docMk/>
            <pc:sldMk cId="168068795" sldId="272"/>
            <ac:spMk id="15" creationId="{0B94F20E-272E-59C3-CB67-538F273F63AE}"/>
          </ac:spMkLst>
        </pc:spChg>
        <pc:picChg chg="mod">
          <ac:chgData name="Kendrick Kendrick" userId="S::40274936@ads.qub.ac.uk::70640412-34f1-4e49-badf-c024b3963d59" providerId="AD" clId="Web-{F8EFE200-1E03-4F18-A16B-3CF75D815981}" dt="2025-12-10T20:53:24.196" v="216" actId="1076"/>
          <ac:picMkLst>
            <pc:docMk/>
            <pc:sldMk cId="168068795" sldId="272"/>
            <ac:picMk id="7" creationId="{09AAA542-AC6A-4CE6-5F64-85891CD97D8A}"/>
          </ac:picMkLst>
        </pc:picChg>
      </pc:sldChg>
      <pc:sldChg chg="modSp">
        <pc:chgData name="Kendrick Kendrick" userId="S::40274936@ads.qub.ac.uk::70640412-34f1-4e49-badf-c024b3963d59" providerId="AD" clId="Web-{F8EFE200-1E03-4F18-A16B-3CF75D815981}" dt="2025-12-10T21:00:24.826" v="259" actId="1076"/>
        <pc:sldMkLst>
          <pc:docMk/>
          <pc:sldMk cId="620870971" sldId="273"/>
        </pc:sldMkLst>
        <pc:spChg chg="mod">
          <ac:chgData name="Kendrick Kendrick" userId="S::40274936@ads.qub.ac.uk::70640412-34f1-4e49-badf-c024b3963d59" providerId="AD" clId="Web-{F8EFE200-1E03-4F18-A16B-3CF75D815981}" dt="2025-12-10T20:41:04.576" v="142" actId="20577"/>
          <ac:spMkLst>
            <pc:docMk/>
            <pc:sldMk cId="620870971" sldId="273"/>
            <ac:spMk id="7" creationId="{0AF182DA-60D4-FF37-7910-F19F89F3634B}"/>
          </ac:spMkLst>
        </pc:spChg>
        <pc:spChg chg="mod">
          <ac:chgData name="Kendrick Kendrick" userId="S::40274936@ads.qub.ac.uk::70640412-34f1-4e49-badf-c024b3963d59" providerId="AD" clId="Web-{F8EFE200-1E03-4F18-A16B-3CF75D815981}" dt="2025-12-10T20:55:49.871" v="231" actId="20577"/>
          <ac:spMkLst>
            <pc:docMk/>
            <pc:sldMk cId="620870971" sldId="273"/>
            <ac:spMk id="9" creationId="{6017DAAA-BDBB-29CE-0483-E49B059B1C86}"/>
          </ac:spMkLst>
        </pc:spChg>
        <pc:spChg chg="mod">
          <ac:chgData name="Kendrick Kendrick" userId="S::40274936@ads.qub.ac.uk::70640412-34f1-4e49-badf-c024b3963d59" providerId="AD" clId="Web-{F8EFE200-1E03-4F18-A16B-3CF75D815981}" dt="2025-12-10T20:34:49.664" v="37" actId="1076"/>
          <ac:spMkLst>
            <pc:docMk/>
            <pc:sldMk cId="620870971" sldId="273"/>
            <ac:spMk id="10" creationId="{AEFC6411-8958-5607-9097-3FFE56020039}"/>
          </ac:spMkLst>
        </pc:spChg>
        <pc:picChg chg="mod">
          <ac:chgData name="Kendrick Kendrick" userId="S::40274936@ads.qub.ac.uk::70640412-34f1-4e49-badf-c024b3963d59" providerId="AD" clId="Web-{F8EFE200-1E03-4F18-A16B-3CF75D815981}" dt="2025-12-10T21:00:24.826" v="259" actId="1076"/>
          <ac:picMkLst>
            <pc:docMk/>
            <pc:sldMk cId="620870971" sldId="273"/>
            <ac:picMk id="8" creationId="{EF281064-5A8D-C879-7794-993733D49C2A}"/>
          </ac:picMkLst>
        </pc:picChg>
      </pc:sldChg>
    </pc:docChg>
  </pc:docChgLst>
  <pc:docChgLst>
    <pc:chgData name="Cameron Hedderman" userId="350cfffd-156e-4957-948e-d3a8d49757db" providerId="ADAL" clId="{0E62FE56-08AA-4E7D-B96D-491E757377C9}"/>
    <pc:docChg chg="undo custSel addSld delSld modSld sldOrd">
      <pc:chgData name="Cameron Hedderman" userId="350cfffd-156e-4957-948e-d3a8d49757db" providerId="ADAL" clId="{0E62FE56-08AA-4E7D-B96D-491E757377C9}" dt="2025-12-16T21:36:44.503" v="19176" actId="27636"/>
      <pc:docMkLst>
        <pc:docMk/>
      </pc:docMkLst>
      <pc:sldChg chg="addSp delSp modSp">
        <pc:chgData name="Cameron Hedderman" userId="350cfffd-156e-4957-948e-d3a8d49757db" providerId="ADAL" clId="{0E62FE56-08AA-4E7D-B96D-491E757377C9}" dt="2025-12-16T18:35:02.126" v="13051" actId="2"/>
        <pc:sldMkLst>
          <pc:docMk/>
          <pc:sldMk cId="3541714444" sldId="257"/>
        </pc:sldMkLst>
        <pc:spChg chg="add del mod">
          <ac:chgData name="Cameron Hedderman" userId="350cfffd-156e-4957-948e-d3a8d49757db" providerId="ADAL" clId="{0E62FE56-08AA-4E7D-B96D-491E757377C9}" dt="2025-12-16T18:35:02.126" v="13051" actId="2"/>
          <ac:spMkLst>
            <pc:docMk/>
            <pc:sldMk cId="3541714444" sldId="257"/>
            <ac:spMk id="3" creationId="{323210E5-9334-D28C-E0DD-3636D98275DC}"/>
          </ac:spMkLst>
        </pc:spChg>
      </pc:sldChg>
      <pc:sldChg chg="modSp">
        <pc:chgData name="Cameron Hedderman" userId="350cfffd-156e-4957-948e-d3a8d49757db" providerId="ADAL" clId="{0E62FE56-08AA-4E7D-B96D-491E757377C9}" dt="2025-12-16T18:50:48.531" v="14077" actId="2"/>
        <pc:sldMkLst>
          <pc:docMk/>
          <pc:sldMk cId="1937340273" sldId="260"/>
        </pc:sldMkLst>
        <pc:spChg chg="mod">
          <ac:chgData name="Cameron Hedderman" userId="350cfffd-156e-4957-948e-d3a8d49757db" providerId="ADAL" clId="{0E62FE56-08AA-4E7D-B96D-491E757377C9}" dt="2025-12-16T18:50:48.531" v="14077" actId="2"/>
          <ac:spMkLst>
            <pc:docMk/>
            <pc:sldMk cId="1937340273" sldId="260"/>
            <ac:spMk id="3" creationId="{0044F2EC-6844-9E26-9C32-276436383359}"/>
          </ac:spMkLst>
        </pc:spChg>
        <pc:spChg chg="mod">
          <ac:chgData name="Cameron Hedderman" userId="350cfffd-156e-4957-948e-d3a8d49757db" providerId="ADAL" clId="{0E62FE56-08AA-4E7D-B96D-491E757377C9}" dt="2025-12-16T18:35:49.987" v="13061" actId="2"/>
          <ac:spMkLst>
            <pc:docMk/>
            <pc:sldMk cId="1937340273" sldId="260"/>
            <ac:spMk id="11" creationId="{A3FF6920-C679-D7B7-8CA6-5B6ECF5513E3}"/>
          </ac:spMkLst>
        </pc:spChg>
      </pc:sldChg>
      <pc:sldChg chg="addSp modSp">
        <pc:chgData name="Cameron Hedderman" userId="350cfffd-156e-4957-948e-d3a8d49757db" providerId="ADAL" clId="{0E62FE56-08AA-4E7D-B96D-491E757377C9}" dt="2025-12-16T12:25:44.054" v="12913" actId="20577"/>
        <pc:sldMkLst>
          <pc:docMk/>
          <pc:sldMk cId="2580563498" sldId="261"/>
        </pc:sldMkLst>
        <pc:spChg chg="mod">
          <ac:chgData name="Cameron Hedderman" userId="350cfffd-156e-4957-948e-d3a8d49757db" providerId="ADAL" clId="{0E62FE56-08AA-4E7D-B96D-491E757377C9}" dt="2025-12-16T12:25:44.054" v="12913" actId="20577"/>
          <ac:spMkLst>
            <pc:docMk/>
            <pc:sldMk cId="2580563498" sldId="261"/>
            <ac:spMk id="3" creationId="{B0EBB662-7F37-D63A-FFD4-B35966921DFF}"/>
          </ac:spMkLst>
        </pc:spChg>
        <pc:spChg chg="add mod">
          <ac:chgData name="Cameron Hedderman" userId="350cfffd-156e-4957-948e-d3a8d49757db" providerId="ADAL" clId="{0E62FE56-08AA-4E7D-B96D-491E757377C9}" dt="2025-12-16T12:25:38.023" v="12908" actId="20577"/>
          <ac:spMkLst>
            <pc:docMk/>
            <pc:sldMk cId="2580563498" sldId="261"/>
            <ac:spMk id="6" creationId="{A3593281-4EC6-2CB5-D2F3-A1BAE56968E3}"/>
          </ac:spMkLst>
        </pc:spChg>
      </pc:sldChg>
      <pc:sldChg chg="modSp add del mod setBg setClrOvrMap">
        <pc:chgData name="Cameron Hedderman" userId="350cfffd-156e-4957-948e-d3a8d49757db" providerId="ADAL" clId="{0E62FE56-08AA-4E7D-B96D-491E757377C9}" dt="2025-12-16T20:11:05.029" v="16383"/>
        <pc:sldMkLst>
          <pc:docMk/>
          <pc:sldMk cId="4100215138" sldId="262"/>
        </pc:sldMkLst>
        <pc:spChg chg="mod">
          <ac:chgData name="Cameron Hedderman" userId="350cfffd-156e-4957-948e-d3a8d49757db" providerId="ADAL" clId="{0E62FE56-08AA-4E7D-B96D-491E757377C9}" dt="2025-12-16T19:02:00.853" v="15255" actId="114"/>
          <ac:spMkLst>
            <pc:docMk/>
            <pc:sldMk cId="4100215138" sldId="262"/>
            <ac:spMk id="3" creationId="{8686B4D6-6D8E-DDC8-1381-4E16A03419C7}"/>
          </ac:spMkLst>
        </pc:spChg>
      </pc:sldChg>
      <pc:sldChg chg="modSp">
        <pc:chgData name="Cameron Hedderman" userId="350cfffd-156e-4957-948e-d3a8d49757db" providerId="ADAL" clId="{0E62FE56-08AA-4E7D-B96D-491E757377C9}" dt="2025-12-16T18:30:30.666" v="12987" actId="20577"/>
        <pc:sldMkLst>
          <pc:docMk/>
          <pc:sldMk cId="2541104513" sldId="264"/>
        </pc:sldMkLst>
        <pc:spChg chg="mod">
          <ac:chgData name="Cameron Hedderman" userId="350cfffd-156e-4957-948e-d3a8d49757db" providerId="ADAL" clId="{0E62FE56-08AA-4E7D-B96D-491E757377C9}" dt="2025-12-16T18:30:30.666" v="12987" actId="20577"/>
          <ac:spMkLst>
            <pc:docMk/>
            <pc:sldMk cId="2541104513" sldId="264"/>
            <ac:spMk id="5" creationId="{094EB483-F477-3C5F-B415-E0C7199D0ECA}"/>
          </ac:spMkLst>
        </pc:spChg>
      </pc:sldChg>
      <pc:sldChg chg="modSp ord">
        <pc:chgData name="Cameron Hedderman" userId="350cfffd-156e-4957-948e-d3a8d49757db" providerId="ADAL" clId="{0E62FE56-08AA-4E7D-B96D-491E757377C9}" dt="2025-12-16T19:03:16.733" v="15257" actId="1076"/>
        <pc:sldMkLst>
          <pc:docMk/>
          <pc:sldMk cId="1058383411" sldId="268"/>
        </pc:sldMkLst>
        <pc:spChg chg="mod">
          <ac:chgData name="Cameron Hedderman" userId="350cfffd-156e-4957-948e-d3a8d49757db" providerId="ADAL" clId="{0E62FE56-08AA-4E7D-B96D-491E757377C9}" dt="2025-12-16T18:35:40.571" v="13058" actId="2"/>
          <ac:spMkLst>
            <pc:docMk/>
            <pc:sldMk cId="1058383411" sldId="268"/>
            <ac:spMk id="2" creationId="{6536A5AC-7AAD-2868-C07E-498653F462D0}"/>
          </ac:spMkLst>
        </pc:spChg>
        <pc:spChg chg="mod">
          <ac:chgData name="Cameron Hedderman" userId="350cfffd-156e-4957-948e-d3a8d49757db" providerId="ADAL" clId="{0E62FE56-08AA-4E7D-B96D-491E757377C9}" dt="2025-12-16T18:50:21.514" v="14076" actId="20577"/>
          <ac:spMkLst>
            <pc:docMk/>
            <pc:sldMk cId="1058383411" sldId="268"/>
            <ac:spMk id="3" creationId="{09625D78-E943-401B-282C-FDC17EEDFB99}"/>
          </ac:spMkLst>
        </pc:spChg>
        <pc:spChg chg="mod">
          <ac:chgData name="Cameron Hedderman" userId="350cfffd-156e-4957-948e-d3a8d49757db" providerId="ADAL" clId="{0E62FE56-08AA-4E7D-B96D-491E757377C9}" dt="2025-12-16T19:03:16.733" v="15257" actId="1076"/>
          <ac:spMkLst>
            <pc:docMk/>
            <pc:sldMk cId="1058383411" sldId="268"/>
            <ac:spMk id="6" creationId="{16388E36-6017-10BA-8CF0-D3C180CDE2FC}"/>
          </ac:spMkLst>
        </pc:spChg>
      </pc:sldChg>
      <pc:sldChg chg="modSp">
        <pc:chgData name="Cameron Hedderman" userId="350cfffd-156e-4957-948e-d3a8d49757db" providerId="ADAL" clId="{0E62FE56-08AA-4E7D-B96D-491E757377C9}" dt="2025-12-16T18:30:43.830" v="12991" actId="20577"/>
        <pc:sldMkLst>
          <pc:docMk/>
          <pc:sldMk cId="168068795" sldId="272"/>
        </pc:sldMkLst>
        <pc:spChg chg="mod">
          <ac:chgData name="Cameron Hedderman" userId="350cfffd-156e-4957-948e-d3a8d49757db" providerId="ADAL" clId="{0E62FE56-08AA-4E7D-B96D-491E757377C9}" dt="2025-12-16T18:30:43.830" v="12991" actId="20577"/>
          <ac:spMkLst>
            <pc:docMk/>
            <pc:sldMk cId="168068795" sldId="272"/>
            <ac:spMk id="4" creationId="{88AE6F2C-4049-88DE-EE55-E3DD72DD126F}"/>
          </ac:spMkLst>
        </pc:spChg>
      </pc:sldChg>
      <pc:sldChg chg="modSp">
        <pc:chgData name="Cameron Hedderman" userId="350cfffd-156e-4957-948e-d3a8d49757db" providerId="ADAL" clId="{0E62FE56-08AA-4E7D-B96D-491E757377C9}" dt="2025-12-16T18:30:36.128" v="12989" actId="20577"/>
        <pc:sldMkLst>
          <pc:docMk/>
          <pc:sldMk cId="620870971" sldId="273"/>
        </pc:sldMkLst>
        <pc:spChg chg="mod">
          <ac:chgData name="Cameron Hedderman" userId="350cfffd-156e-4957-948e-d3a8d49757db" providerId="ADAL" clId="{0E62FE56-08AA-4E7D-B96D-491E757377C9}" dt="2025-12-16T18:30:36.128" v="12989" actId="20577"/>
          <ac:spMkLst>
            <pc:docMk/>
            <pc:sldMk cId="620870971" sldId="273"/>
            <ac:spMk id="4" creationId="{A0237D7F-DDD1-A294-7BA8-25C9A105D83A}"/>
          </ac:spMkLst>
        </pc:spChg>
      </pc:sldChg>
      <pc:sldChg chg="modSp">
        <pc:chgData name="Cameron Hedderman" userId="350cfffd-156e-4957-948e-d3a8d49757db" providerId="ADAL" clId="{0E62FE56-08AA-4E7D-B96D-491E757377C9}" dt="2025-12-16T18:50:48.559" v="14078" actId="2"/>
        <pc:sldMkLst>
          <pc:docMk/>
          <pc:sldMk cId="664851472" sldId="274"/>
        </pc:sldMkLst>
        <pc:spChg chg="mod">
          <ac:chgData name="Cameron Hedderman" userId="350cfffd-156e-4957-948e-d3a8d49757db" providerId="ADAL" clId="{0E62FE56-08AA-4E7D-B96D-491E757377C9}" dt="2025-12-16T18:50:48.559" v="14078" actId="2"/>
          <ac:spMkLst>
            <pc:docMk/>
            <pc:sldMk cId="664851472" sldId="274"/>
            <ac:spMk id="4" creationId="{76C8D40C-A187-1DAF-ECA1-0534F9B4CA8D}"/>
          </ac:spMkLst>
        </pc:spChg>
        <pc:spChg chg="mod">
          <ac:chgData name="Cameron Hedderman" userId="350cfffd-156e-4957-948e-d3a8d49757db" providerId="ADAL" clId="{0E62FE56-08AA-4E7D-B96D-491E757377C9}" dt="2025-12-16T18:30:24.380" v="12984" actId="20577"/>
          <ac:spMkLst>
            <pc:docMk/>
            <pc:sldMk cId="664851472" sldId="274"/>
            <ac:spMk id="9" creationId="{E474F1C2-8EF1-F589-311C-FE8520DE0F85}"/>
          </ac:spMkLst>
        </pc:spChg>
      </pc:sldChg>
      <pc:sldChg chg="modSp add del">
        <pc:chgData name="Cameron Hedderman" userId="350cfffd-156e-4957-948e-d3a8d49757db" providerId="ADAL" clId="{0E62FE56-08AA-4E7D-B96D-491E757377C9}" dt="2025-12-16T19:19:47.073" v="15311" actId="20577"/>
        <pc:sldMkLst>
          <pc:docMk/>
          <pc:sldMk cId="1692406371" sldId="275"/>
        </pc:sldMkLst>
        <pc:spChg chg="mod">
          <ac:chgData name="Cameron Hedderman" userId="350cfffd-156e-4957-948e-d3a8d49757db" providerId="ADAL" clId="{0E62FE56-08AA-4E7D-B96D-491E757377C9}" dt="2025-12-16T19:19:47.073" v="15311" actId="20577"/>
          <ac:spMkLst>
            <pc:docMk/>
            <pc:sldMk cId="1692406371" sldId="275"/>
            <ac:spMk id="3" creationId="{0CD56E63-2CAB-19D2-3BD8-9609795210C2}"/>
          </ac:spMkLst>
        </pc:spChg>
      </pc:sldChg>
      <pc:sldChg chg="addSp delSp modSp">
        <pc:chgData name="Cameron Hedderman" userId="350cfffd-156e-4957-948e-d3a8d49757db" providerId="ADAL" clId="{0E62FE56-08AA-4E7D-B96D-491E757377C9}" dt="2025-12-16T21:03:38.806" v="16767" actId="1076"/>
        <pc:sldMkLst>
          <pc:docMk/>
          <pc:sldMk cId="617160336" sldId="276"/>
        </pc:sldMkLst>
        <pc:spChg chg="del">
          <ac:chgData name="Cameron Hedderman" userId="350cfffd-156e-4957-948e-d3a8d49757db" providerId="ADAL" clId="{0E62FE56-08AA-4E7D-B96D-491E757377C9}" dt="2025-12-16T21:03:31.481" v="16765" actId="478"/>
          <ac:spMkLst>
            <pc:docMk/>
            <pc:sldMk cId="617160336" sldId="276"/>
            <ac:spMk id="2" creationId="{C2506C39-4F45-9745-E914-EE60E00DF0F0}"/>
          </ac:spMkLst>
        </pc:spChg>
        <pc:spChg chg="mod">
          <ac:chgData name="Cameron Hedderman" userId="350cfffd-156e-4957-948e-d3a8d49757db" providerId="ADAL" clId="{0E62FE56-08AA-4E7D-B96D-491E757377C9}" dt="2025-12-16T21:03:38.806" v="16767" actId="1076"/>
          <ac:spMkLst>
            <pc:docMk/>
            <pc:sldMk cId="617160336" sldId="276"/>
            <ac:spMk id="3" creationId="{1A01E45E-EA6F-DEF9-925E-B8DF0ED7D5BC}"/>
          </ac:spMkLst>
        </pc:spChg>
        <pc:spChg chg="mod">
          <ac:chgData name="Cameron Hedderman" userId="350cfffd-156e-4957-948e-d3a8d49757db" providerId="ADAL" clId="{0E62FE56-08AA-4E7D-B96D-491E757377C9}" dt="2025-12-16T21:03:30.032" v="16764" actId="20577"/>
          <ac:spMkLst>
            <pc:docMk/>
            <pc:sldMk cId="617160336" sldId="276"/>
            <ac:spMk id="6" creationId="{A202E361-2C27-DB60-2337-85906393801B}"/>
          </ac:spMkLst>
        </pc:spChg>
        <pc:spChg chg="add del mod">
          <ac:chgData name="Cameron Hedderman" userId="350cfffd-156e-4957-948e-d3a8d49757db" providerId="ADAL" clId="{0E62FE56-08AA-4E7D-B96D-491E757377C9}" dt="2025-12-16T21:03:35.899" v="16766" actId="478"/>
          <ac:spMkLst>
            <pc:docMk/>
            <pc:sldMk cId="617160336" sldId="276"/>
            <ac:spMk id="8" creationId="{F30B1001-CC41-BAD4-D785-DBDED0A05629}"/>
          </ac:spMkLst>
        </pc:spChg>
      </pc:sldChg>
      <pc:sldChg chg="addSp delSp modSp add">
        <pc:chgData name="Cameron Hedderman" userId="350cfffd-156e-4957-948e-d3a8d49757db" providerId="ADAL" clId="{0E62FE56-08AA-4E7D-B96D-491E757377C9}" dt="2025-12-16T19:14:34.078" v="15286" actId="20577"/>
        <pc:sldMkLst>
          <pc:docMk/>
          <pc:sldMk cId="2835570930" sldId="278"/>
        </pc:sldMkLst>
        <pc:spChg chg="mod">
          <ac:chgData name="Cameron Hedderman" userId="350cfffd-156e-4957-948e-d3a8d49757db" providerId="ADAL" clId="{0E62FE56-08AA-4E7D-B96D-491E757377C9}" dt="2025-12-16T19:14:34.078" v="15286" actId="20577"/>
          <ac:spMkLst>
            <pc:docMk/>
            <pc:sldMk cId="2835570930" sldId="278"/>
            <ac:spMk id="2" creationId="{8035D05F-2415-355B-B65C-FED3240ECF92}"/>
          </ac:spMkLst>
        </pc:spChg>
        <pc:spChg chg="mod">
          <ac:chgData name="Cameron Hedderman" userId="350cfffd-156e-4957-948e-d3a8d49757db" providerId="ADAL" clId="{0E62FE56-08AA-4E7D-B96D-491E757377C9}" dt="2025-12-16T18:36:15.348" v="13067" actId="20577"/>
          <ac:spMkLst>
            <pc:docMk/>
            <pc:sldMk cId="2835570930" sldId="278"/>
            <ac:spMk id="3" creationId="{B0EBB662-7F37-D63A-FFD4-B35966921DFF}"/>
          </ac:spMkLst>
        </pc:spChg>
        <pc:spChg chg="mod">
          <ac:chgData name="Cameron Hedderman" userId="350cfffd-156e-4957-948e-d3a8d49757db" providerId="ADAL" clId="{0E62FE56-08AA-4E7D-B96D-491E757377C9}" dt="2025-12-16T18:30:59.230" v="12995" actId="20577"/>
          <ac:spMkLst>
            <pc:docMk/>
            <pc:sldMk cId="2835570930" sldId="278"/>
            <ac:spMk id="6" creationId="{A3593281-4EC6-2CB5-D2F3-A1BAE56968E3}"/>
          </ac:spMkLst>
        </pc:spChg>
        <pc:picChg chg="add mod">
          <ac:chgData name="Cameron Hedderman" userId="350cfffd-156e-4957-948e-d3a8d49757db" providerId="ADAL" clId="{0E62FE56-08AA-4E7D-B96D-491E757377C9}" dt="2025-12-13T19:24:04.566" v="3025" actId="1076"/>
          <ac:picMkLst>
            <pc:docMk/>
            <pc:sldMk cId="2835570930" sldId="278"/>
            <ac:picMk id="7" creationId="{DE9EDC8E-5633-E98D-8593-0DADAA2A248A}"/>
          </ac:picMkLst>
        </pc:picChg>
      </pc:sldChg>
      <pc:sldChg chg="addSp delSp modSp add">
        <pc:chgData name="Cameron Hedderman" userId="350cfffd-156e-4957-948e-d3a8d49757db" providerId="ADAL" clId="{0E62FE56-08AA-4E7D-B96D-491E757377C9}" dt="2025-12-16T19:14:45.400" v="15305" actId="1076"/>
        <pc:sldMkLst>
          <pc:docMk/>
          <pc:sldMk cId="3198182826" sldId="279"/>
        </pc:sldMkLst>
        <pc:spChg chg="mod">
          <ac:chgData name="Cameron Hedderman" userId="350cfffd-156e-4957-948e-d3a8d49757db" providerId="ADAL" clId="{0E62FE56-08AA-4E7D-B96D-491E757377C9}" dt="2025-12-16T19:14:45.400" v="15305" actId="1076"/>
          <ac:spMkLst>
            <pc:docMk/>
            <pc:sldMk cId="3198182826" sldId="279"/>
            <ac:spMk id="2" creationId="{8035D05F-2415-355B-B65C-FED3240ECF92}"/>
          </ac:spMkLst>
        </pc:spChg>
        <pc:spChg chg="mod">
          <ac:chgData name="Cameron Hedderman" userId="350cfffd-156e-4957-948e-d3a8d49757db" providerId="ADAL" clId="{0E62FE56-08AA-4E7D-B96D-491E757377C9}" dt="2025-12-16T18:36:25.174" v="13068" actId="20577"/>
          <ac:spMkLst>
            <pc:docMk/>
            <pc:sldMk cId="3198182826" sldId="279"/>
            <ac:spMk id="3" creationId="{B0EBB662-7F37-D63A-FFD4-B35966921DFF}"/>
          </ac:spMkLst>
        </pc:spChg>
        <pc:spChg chg="mod">
          <ac:chgData name="Cameron Hedderman" userId="350cfffd-156e-4957-948e-d3a8d49757db" providerId="ADAL" clId="{0E62FE56-08AA-4E7D-B96D-491E757377C9}" dt="2025-12-16T18:50:58.151" v="14081" actId="1076"/>
          <ac:spMkLst>
            <pc:docMk/>
            <pc:sldMk cId="3198182826" sldId="279"/>
            <ac:spMk id="6" creationId="{A3593281-4EC6-2CB5-D2F3-A1BAE56968E3}"/>
          </ac:spMkLst>
        </pc:spChg>
        <pc:spChg chg="add">
          <ac:chgData name="Cameron Hedderman" userId="350cfffd-156e-4957-948e-d3a8d49757db" providerId="ADAL" clId="{0E62FE56-08AA-4E7D-B96D-491E757377C9}" dt="2025-12-15T13:18:03.406" v="5521" actId="139"/>
          <ac:spMkLst>
            <pc:docMk/>
            <pc:sldMk cId="3198182826" sldId="279"/>
            <ac:spMk id="8" creationId="{44E9673E-2794-D14C-1002-5BD9AED39AD0}"/>
          </ac:spMkLst>
        </pc:spChg>
        <pc:spChg chg="add mod">
          <ac:chgData name="Cameron Hedderman" userId="350cfffd-156e-4957-948e-d3a8d49757db" providerId="ADAL" clId="{0E62FE56-08AA-4E7D-B96D-491E757377C9}" dt="2025-12-15T13:42:15.654" v="7570" actId="1076"/>
          <ac:spMkLst>
            <pc:docMk/>
            <pc:sldMk cId="3198182826" sldId="279"/>
            <ac:spMk id="9" creationId="{9B397B65-9E46-AEF9-20E4-7B379B405BF5}"/>
          </ac:spMkLst>
        </pc:spChg>
        <pc:spChg chg="add">
          <ac:chgData name="Cameron Hedderman" userId="350cfffd-156e-4957-948e-d3a8d49757db" providerId="ADAL" clId="{0E62FE56-08AA-4E7D-B96D-491E757377C9}" dt="2025-12-15T13:41:35.479" v="7560" actId="139"/>
          <ac:spMkLst>
            <pc:docMk/>
            <pc:sldMk cId="3198182826" sldId="279"/>
            <ac:spMk id="10" creationId="{80D1E21B-7107-ED61-FEEC-4A267C52B9EF}"/>
          </ac:spMkLst>
        </pc:spChg>
        <pc:spChg chg="add">
          <ac:chgData name="Cameron Hedderman" userId="350cfffd-156e-4957-948e-d3a8d49757db" providerId="ADAL" clId="{0E62FE56-08AA-4E7D-B96D-491E757377C9}" dt="2025-12-15T13:41:38.779" v="7561" actId="139"/>
          <ac:spMkLst>
            <pc:docMk/>
            <pc:sldMk cId="3198182826" sldId="279"/>
            <ac:spMk id="11" creationId="{0352FD73-896F-9304-0A9F-E790A65E7EA9}"/>
          </ac:spMkLst>
        </pc:spChg>
        <pc:spChg chg="add">
          <ac:chgData name="Cameron Hedderman" userId="350cfffd-156e-4957-948e-d3a8d49757db" providerId="ADAL" clId="{0E62FE56-08AA-4E7D-B96D-491E757377C9}" dt="2025-12-15T13:41:43.894" v="7562" actId="139"/>
          <ac:spMkLst>
            <pc:docMk/>
            <pc:sldMk cId="3198182826" sldId="279"/>
            <ac:spMk id="12" creationId="{1732FFE2-C05C-111F-1898-0222F3D35ED3}"/>
          </ac:spMkLst>
        </pc:spChg>
        <pc:picChg chg="add mod">
          <ac:chgData name="Cameron Hedderman" userId="350cfffd-156e-4957-948e-d3a8d49757db" providerId="ADAL" clId="{0E62FE56-08AA-4E7D-B96D-491E757377C9}" dt="2025-12-15T13:40:56.340" v="7553" actId="1076"/>
          <ac:picMkLst>
            <pc:docMk/>
            <pc:sldMk cId="3198182826" sldId="279"/>
            <ac:picMk id="4" creationId="{5F887F38-38B1-CBEE-E35E-4C320C98F3D1}"/>
          </ac:picMkLst>
        </pc:picChg>
      </pc:sldChg>
      <pc:sldChg chg="addSp delSp modSp add">
        <pc:chgData name="Cameron Hedderman" userId="350cfffd-156e-4957-948e-d3a8d49757db" providerId="ADAL" clId="{0E62FE56-08AA-4E7D-B96D-491E757377C9}" dt="2025-12-16T19:13:42.543" v="15259" actId="120"/>
        <pc:sldMkLst>
          <pc:docMk/>
          <pc:sldMk cId="2540938127" sldId="281"/>
        </pc:sldMkLst>
        <pc:spChg chg="mod">
          <ac:chgData name="Cameron Hedderman" userId="350cfffd-156e-4957-948e-d3a8d49757db" providerId="ADAL" clId="{0E62FE56-08AA-4E7D-B96D-491E757377C9}" dt="2025-12-16T19:13:42.543" v="15259" actId="120"/>
          <ac:spMkLst>
            <pc:docMk/>
            <pc:sldMk cId="2540938127" sldId="281"/>
            <ac:spMk id="2" creationId="{8035D05F-2415-355B-B65C-FED3240ECF92}"/>
          </ac:spMkLst>
        </pc:spChg>
        <pc:spChg chg="mod">
          <ac:chgData name="Cameron Hedderman" userId="350cfffd-156e-4957-948e-d3a8d49757db" providerId="ADAL" clId="{0E62FE56-08AA-4E7D-B96D-491E757377C9}" dt="2025-12-16T12:26:23.258" v="12926" actId="20577"/>
          <ac:spMkLst>
            <pc:docMk/>
            <pc:sldMk cId="2540938127" sldId="281"/>
            <ac:spMk id="3" creationId="{B0EBB662-7F37-D63A-FFD4-B35966921DFF}"/>
          </ac:spMkLst>
        </pc:spChg>
        <pc:spChg chg="mod">
          <ac:chgData name="Cameron Hedderman" userId="350cfffd-156e-4957-948e-d3a8d49757db" providerId="ADAL" clId="{0E62FE56-08AA-4E7D-B96D-491E757377C9}" dt="2025-12-16T19:04:25.444" v="15258" actId="1076"/>
          <ac:spMkLst>
            <pc:docMk/>
            <pc:sldMk cId="2540938127" sldId="281"/>
            <ac:spMk id="4" creationId="{DF29A195-ACBC-115F-71B8-1789AD2782D6}"/>
          </ac:spMkLst>
        </pc:spChg>
        <pc:spChg chg="mod">
          <ac:chgData name="Cameron Hedderman" userId="350cfffd-156e-4957-948e-d3a8d49757db" providerId="ADAL" clId="{0E62FE56-08AA-4E7D-B96D-491E757377C9}" dt="2025-12-16T18:31:33.644" v="13010" actId="20577"/>
          <ac:spMkLst>
            <pc:docMk/>
            <pc:sldMk cId="2540938127" sldId="281"/>
            <ac:spMk id="6" creationId="{A3593281-4EC6-2CB5-D2F3-A1BAE56968E3}"/>
          </ac:spMkLst>
        </pc:spChg>
        <pc:spChg chg="add del mod">
          <ac:chgData name="Cameron Hedderman" userId="350cfffd-156e-4957-948e-d3a8d49757db" providerId="ADAL" clId="{0E62FE56-08AA-4E7D-B96D-491E757377C9}" dt="2025-12-15T21:06:03.068" v="7900" actId="20577"/>
          <ac:spMkLst>
            <pc:docMk/>
            <pc:sldMk cId="2540938127" sldId="281"/>
            <ac:spMk id="9" creationId="{9B397B65-9E46-AEF9-20E4-7B379B405BF5}"/>
          </ac:spMkLst>
        </pc:spChg>
      </pc:sldChg>
      <pc:sldChg chg="modSp add">
        <pc:chgData name="Cameron Hedderman" userId="350cfffd-156e-4957-948e-d3a8d49757db" providerId="ADAL" clId="{0E62FE56-08AA-4E7D-B96D-491E757377C9}" dt="2025-12-16T19:14:07.237" v="15264" actId="1076"/>
        <pc:sldMkLst>
          <pc:docMk/>
          <pc:sldMk cId="2747094776" sldId="282"/>
        </pc:sldMkLst>
        <pc:spChg chg="mod">
          <ac:chgData name="Cameron Hedderman" userId="350cfffd-156e-4957-948e-d3a8d49757db" providerId="ADAL" clId="{0E62FE56-08AA-4E7D-B96D-491E757377C9}" dt="2025-12-16T19:14:07.237" v="15264" actId="1076"/>
          <ac:spMkLst>
            <pc:docMk/>
            <pc:sldMk cId="2747094776" sldId="282"/>
            <ac:spMk id="2" creationId="{8035D05F-2415-355B-B65C-FED3240ECF92}"/>
          </ac:spMkLst>
        </pc:spChg>
        <pc:spChg chg="mod">
          <ac:chgData name="Cameron Hedderman" userId="350cfffd-156e-4957-948e-d3a8d49757db" providerId="ADAL" clId="{0E62FE56-08AA-4E7D-B96D-491E757377C9}" dt="2025-12-16T18:31:52.132" v="13018" actId="20577"/>
          <ac:spMkLst>
            <pc:docMk/>
            <pc:sldMk cId="2747094776" sldId="282"/>
            <ac:spMk id="3" creationId="{B0EBB662-7F37-D63A-FFD4-B35966921DFF}"/>
          </ac:spMkLst>
        </pc:spChg>
        <pc:spChg chg="mod">
          <ac:chgData name="Cameron Hedderman" userId="350cfffd-156e-4957-948e-d3a8d49757db" providerId="ADAL" clId="{0E62FE56-08AA-4E7D-B96D-491E757377C9}" dt="2025-12-16T18:31:37.264" v="13012" actId="20577"/>
          <ac:spMkLst>
            <pc:docMk/>
            <pc:sldMk cId="2747094776" sldId="282"/>
            <ac:spMk id="6" creationId="{A3593281-4EC6-2CB5-D2F3-A1BAE56968E3}"/>
          </ac:spMkLst>
        </pc:spChg>
        <pc:spChg chg="mod">
          <ac:chgData name="Cameron Hedderman" userId="350cfffd-156e-4957-948e-d3a8d49757db" providerId="ADAL" clId="{0E62FE56-08AA-4E7D-B96D-491E757377C9}" dt="2025-12-15T21:13:52.292" v="8927" actId="20577"/>
          <ac:spMkLst>
            <pc:docMk/>
            <pc:sldMk cId="2747094776" sldId="282"/>
            <ac:spMk id="9" creationId="{9B397B65-9E46-AEF9-20E4-7B379B405BF5}"/>
          </ac:spMkLst>
        </pc:spChg>
      </pc:sldChg>
      <pc:sldChg chg="addSp modSp add del">
        <pc:chgData name="Cameron Hedderman" userId="350cfffd-156e-4957-948e-d3a8d49757db" providerId="ADAL" clId="{0E62FE56-08AA-4E7D-B96D-491E757377C9}" dt="2025-12-16T19:14:04.748" v="15263" actId="1076"/>
        <pc:sldMkLst>
          <pc:docMk/>
          <pc:sldMk cId="3640691173" sldId="283"/>
        </pc:sldMkLst>
        <pc:spChg chg="mod">
          <ac:chgData name="Cameron Hedderman" userId="350cfffd-156e-4957-948e-d3a8d49757db" providerId="ADAL" clId="{0E62FE56-08AA-4E7D-B96D-491E757377C9}" dt="2025-12-16T19:14:04.748" v="15263" actId="1076"/>
          <ac:spMkLst>
            <pc:docMk/>
            <pc:sldMk cId="3640691173" sldId="283"/>
            <ac:spMk id="2" creationId="{8035D05F-2415-355B-B65C-FED3240ECF92}"/>
          </ac:spMkLst>
        </pc:spChg>
        <pc:spChg chg="mod">
          <ac:chgData name="Cameron Hedderman" userId="350cfffd-156e-4957-948e-d3a8d49757db" providerId="ADAL" clId="{0E62FE56-08AA-4E7D-B96D-491E757377C9}" dt="2025-12-16T18:31:45.313" v="13016" actId="20577"/>
          <ac:spMkLst>
            <pc:docMk/>
            <pc:sldMk cId="3640691173" sldId="283"/>
            <ac:spMk id="3" creationId="{B0EBB662-7F37-D63A-FFD4-B35966921DFF}"/>
          </ac:spMkLst>
        </pc:spChg>
        <pc:spChg chg="mod">
          <ac:chgData name="Cameron Hedderman" userId="350cfffd-156e-4957-948e-d3a8d49757db" providerId="ADAL" clId="{0E62FE56-08AA-4E7D-B96D-491E757377C9}" dt="2025-12-16T18:31:42.204" v="13014" actId="20577"/>
          <ac:spMkLst>
            <pc:docMk/>
            <pc:sldMk cId="3640691173" sldId="283"/>
            <ac:spMk id="6" creationId="{A3593281-4EC6-2CB5-D2F3-A1BAE56968E3}"/>
          </ac:spMkLst>
        </pc:spChg>
        <pc:spChg chg="mod">
          <ac:chgData name="Cameron Hedderman" userId="350cfffd-156e-4957-948e-d3a8d49757db" providerId="ADAL" clId="{0E62FE56-08AA-4E7D-B96D-491E757377C9}" dt="2025-12-15T22:02:12.056" v="10088" actId="20577"/>
          <ac:spMkLst>
            <pc:docMk/>
            <pc:sldMk cId="3640691173" sldId="283"/>
            <ac:spMk id="9" creationId="{9B397B65-9E46-AEF9-20E4-7B379B405BF5}"/>
          </ac:spMkLst>
        </pc:spChg>
      </pc:sldChg>
      <pc:sldChg chg="addSp delSp modSp add del">
        <pc:chgData name="Cameron Hedderman" userId="350cfffd-156e-4957-948e-d3a8d49757db" providerId="ADAL" clId="{0E62FE56-08AA-4E7D-B96D-491E757377C9}" dt="2025-12-16T19:30:28.062" v="15516" actId="1076"/>
        <pc:sldMkLst>
          <pc:docMk/>
          <pc:sldMk cId="188387680" sldId="284"/>
        </pc:sldMkLst>
        <pc:spChg chg="mod">
          <ac:chgData name="Cameron Hedderman" userId="350cfffd-156e-4957-948e-d3a8d49757db" providerId="ADAL" clId="{0E62FE56-08AA-4E7D-B96D-491E757377C9}" dt="2025-12-16T19:14:02.179" v="15262" actId="1076"/>
          <ac:spMkLst>
            <pc:docMk/>
            <pc:sldMk cId="188387680" sldId="284"/>
            <ac:spMk id="2" creationId="{8035D05F-2415-355B-B65C-FED3240ECF92}"/>
          </ac:spMkLst>
        </pc:spChg>
        <pc:spChg chg="mod">
          <ac:chgData name="Cameron Hedderman" userId="350cfffd-156e-4957-948e-d3a8d49757db" providerId="ADAL" clId="{0E62FE56-08AA-4E7D-B96D-491E757377C9}" dt="2025-12-16T18:32:04.404" v="13026" actId="20577"/>
          <ac:spMkLst>
            <pc:docMk/>
            <pc:sldMk cId="188387680" sldId="284"/>
            <ac:spMk id="3" creationId="{B0EBB662-7F37-D63A-FFD4-B35966921DFF}"/>
          </ac:spMkLst>
        </pc:spChg>
        <pc:spChg chg="mod">
          <ac:chgData name="Cameron Hedderman" userId="350cfffd-156e-4957-948e-d3a8d49757db" providerId="ADAL" clId="{0E62FE56-08AA-4E7D-B96D-491E757377C9}" dt="2025-12-16T18:34:08.448" v="13046" actId="1076"/>
          <ac:spMkLst>
            <pc:docMk/>
            <pc:sldMk cId="188387680" sldId="284"/>
            <ac:spMk id="6" creationId="{A3593281-4EC6-2CB5-D2F3-A1BAE56968E3}"/>
          </ac:spMkLst>
        </pc:spChg>
        <pc:spChg chg="mod">
          <ac:chgData name="Cameron Hedderman" userId="350cfffd-156e-4957-948e-d3a8d49757db" providerId="ADAL" clId="{0E62FE56-08AA-4E7D-B96D-491E757377C9}" dt="2025-12-16T19:30:28.062" v="15516" actId="1076"/>
          <ac:spMkLst>
            <pc:docMk/>
            <pc:sldMk cId="188387680" sldId="284"/>
            <ac:spMk id="9" creationId="{9B397B65-9E46-AEF9-20E4-7B379B405BF5}"/>
          </ac:spMkLst>
        </pc:spChg>
      </pc:sldChg>
      <pc:sldChg chg="addSp delSp modSp add">
        <pc:chgData name="Cameron Hedderman" userId="350cfffd-156e-4957-948e-d3a8d49757db" providerId="ADAL" clId="{0E62FE56-08AA-4E7D-B96D-491E757377C9}" dt="2025-12-16T19:13:53.587" v="15261" actId="1076"/>
        <pc:sldMkLst>
          <pc:docMk/>
          <pc:sldMk cId="2478534414" sldId="285"/>
        </pc:sldMkLst>
        <pc:spChg chg="mod">
          <ac:chgData name="Cameron Hedderman" userId="350cfffd-156e-4957-948e-d3a8d49757db" providerId="ADAL" clId="{0E62FE56-08AA-4E7D-B96D-491E757377C9}" dt="2025-12-16T19:13:51.425" v="15260" actId="1076"/>
          <ac:spMkLst>
            <pc:docMk/>
            <pc:sldMk cId="2478534414" sldId="285"/>
            <ac:spMk id="2" creationId="{8035D05F-2415-355B-B65C-FED3240ECF92}"/>
          </ac:spMkLst>
        </pc:spChg>
        <pc:spChg chg="mod">
          <ac:chgData name="Cameron Hedderman" userId="350cfffd-156e-4957-948e-d3a8d49757db" providerId="ADAL" clId="{0E62FE56-08AA-4E7D-B96D-491E757377C9}" dt="2025-12-16T18:47:20.130" v="14061" actId="20577"/>
          <ac:spMkLst>
            <pc:docMk/>
            <pc:sldMk cId="2478534414" sldId="285"/>
            <ac:spMk id="3" creationId="{B0EBB662-7F37-D63A-FFD4-B35966921DFF}"/>
          </ac:spMkLst>
        </pc:spChg>
        <pc:spChg chg="mod">
          <ac:chgData name="Cameron Hedderman" userId="350cfffd-156e-4957-948e-d3a8d49757db" providerId="ADAL" clId="{0E62FE56-08AA-4E7D-B96D-491E757377C9}" dt="2025-12-16T18:43:18.711" v="14060" actId="20577"/>
          <ac:spMkLst>
            <pc:docMk/>
            <pc:sldMk cId="2478534414" sldId="285"/>
            <ac:spMk id="6" creationId="{A3593281-4EC6-2CB5-D2F3-A1BAE56968E3}"/>
          </ac:spMkLst>
        </pc:spChg>
        <pc:spChg chg="mod">
          <ac:chgData name="Cameron Hedderman" userId="350cfffd-156e-4957-948e-d3a8d49757db" providerId="ADAL" clId="{0E62FE56-08AA-4E7D-B96D-491E757377C9}" dt="2025-12-16T19:13:53.587" v="15261" actId="1076"/>
          <ac:spMkLst>
            <pc:docMk/>
            <pc:sldMk cId="2478534414" sldId="285"/>
            <ac:spMk id="9" creationId="{9B397B65-9E46-AEF9-20E4-7B379B405BF5}"/>
          </ac:spMkLst>
        </pc:spChg>
      </pc:sldChg>
      <pc:sldChg chg="addSp delSp modSp add">
        <pc:chgData name="Cameron Hedderman" userId="350cfffd-156e-4957-948e-d3a8d49757db" providerId="ADAL" clId="{0E62FE56-08AA-4E7D-B96D-491E757377C9}" dt="2025-12-16T21:15:49.110" v="18132" actId="20577"/>
        <pc:sldMkLst>
          <pc:docMk/>
          <pc:sldMk cId="1902984050" sldId="286"/>
        </pc:sldMkLst>
        <pc:spChg chg="mod">
          <ac:chgData name="Cameron Hedderman" userId="350cfffd-156e-4957-948e-d3a8d49757db" providerId="ADAL" clId="{0E62FE56-08AA-4E7D-B96D-491E757377C9}" dt="2025-12-16T21:15:41.531" v="18131" actId="2"/>
          <ac:spMkLst>
            <pc:docMk/>
            <pc:sldMk cId="1902984050" sldId="286"/>
            <ac:spMk id="3" creationId="{B0EBB662-7F37-D63A-FFD4-B35966921DFF}"/>
          </ac:spMkLst>
        </pc:spChg>
        <pc:spChg chg="mod">
          <ac:chgData name="Cameron Hedderman" userId="350cfffd-156e-4957-948e-d3a8d49757db" providerId="ADAL" clId="{0E62FE56-08AA-4E7D-B96D-491E757377C9}" dt="2025-12-16T18:33:57.878" v="13044" actId="1076"/>
          <ac:spMkLst>
            <pc:docMk/>
            <pc:sldMk cId="1902984050" sldId="286"/>
            <ac:spMk id="6" creationId="{A3593281-4EC6-2CB5-D2F3-A1BAE56968E3}"/>
          </ac:spMkLst>
        </pc:spChg>
        <pc:spChg chg="mod">
          <ac:chgData name="Cameron Hedderman" userId="350cfffd-156e-4957-948e-d3a8d49757db" providerId="ADAL" clId="{0E62FE56-08AA-4E7D-B96D-491E757377C9}" dt="2025-12-16T21:15:49.110" v="18132" actId="20577"/>
          <ac:spMkLst>
            <pc:docMk/>
            <pc:sldMk cId="1902984050" sldId="286"/>
            <ac:spMk id="9" creationId="{9B397B65-9E46-AEF9-20E4-7B379B405BF5}"/>
          </ac:spMkLst>
        </pc:spChg>
      </pc:sldChg>
      <pc:sldChg chg="addSp delSp modSp add del">
        <pc:chgData name="Cameron Hedderman" userId="350cfffd-156e-4957-948e-d3a8d49757db" providerId="ADAL" clId="{0E62FE56-08AA-4E7D-B96D-491E757377C9}" dt="2025-12-16T20:13:18.001" v="16484" actId="1076"/>
        <pc:sldMkLst>
          <pc:docMk/>
          <pc:sldMk cId="1212696414" sldId="287"/>
        </pc:sldMkLst>
        <pc:spChg chg="mod">
          <ac:chgData name="Cameron Hedderman" userId="350cfffd-156e-4957-948e-d3a8d49757db" providerId="ADAL" clId="{0E62FE56-08AA-4E7D-B96D-491E757377C9}" dt="2025-12-16T20:13:18.001" v="16484" actId="1076"/>
          <ac:spMkLst>
            <pc:docMk/>
            <pc:sldMk cId="1212696414" sldId="287"/>
            <ac:spMk id="2" creationId="{8035D05F-2415-355B-B65C-FED3240ECF92}"/>
          </ac:spMkLst>
        </pc:spChg>
        <pc:spChg chg="mod">
          <ac:chgData name="Cameron Hedderman" userId="350cfffd-156e-4957-948e-d3a8d49757db" providerId="ADAL" clId="{0E62FE56-08AA-4E7D-B96D-491E757377C9}" dt="2025-12-16T19:59:23.338" v="16117" actId="20577"/>
          <ac:spMkLst>
            <pc:docMk/>
            <pc:sldMk cId="1212696414" sldId="287"/>
            <ac:spMk id="3" creationId="{B0EBB662-7F37-D63A-FFD4-B35966921DFF}"/>
          </ac:spMkLst>
        </pc:spChg>
        <pc:spChg chg="mod">
          <ac:chgData name="Cameron Hedderman" userId="350cfffd-156e-4957-948e-d3a8d49757db" providerId="ADAL" clId="{0E62FE56-08AA-4E7D-B96D-491E757377C9}" dt="2025-12-16T20:13:08.237" v="16482" actId="20577"/>
          <ac:spMkLst>
            <pc:docMk/>
            <pc:sldMk cId="1212696414" sldId="287"/>
            <ac:spMk id="6" creationId="{A3593281-4EC6-2CB5-D2F3-A1BAE56968E3}"/>
          </ac:spMkLst>
        </pc:spChg>
        <pc:spChg chg="add mod">
          <ac:chgData name="Cameron Hedderman" userId="350cfffd-156e-4957-948e-d3a8d49757db" providerId="ADAL" clId="{0E62FE56-08AA-4E7D-B96D-491E757377C9}" dt="2025-12-16T20:13:12.799" v="16483" actId="1076"/>
          <ac:spMkLst>
            <pc:docMk/>
            <pc:sldMk cId="1212696414" sldId="287"/>
            <ac:spMk id="7" creationId="{C134AC5D-F74A-0609-8F3F-70DC75189A0D}"/>
          </ac:spMkLst>
        </pc:spChg>
        <pc:picChg chg="add del mod">
          <ac:chgData name="Cameron Hedderman" userId="350cfffd-156e-4957-948e-d3a8d49757db" providerId="ADAL" clId="{0E62FE56-08AA-4E7D-B96D-491E757377C9}" dt="2025-12-16T20:12:28.189" v="16385" actId="478"/>
          <ac:picMkLst>
            <pc:docMk/>
            <pc:sldMk cId="1212696414" sldId="287"/>
            <ac:picMk id="4" creationId="{131B1951-E921-C84B-8F51-6DE67C63F6EE}"/>
          </ac:picMkLst>
        </pc:picChg>
        <pc:picChg chg="add mod">
          <ac:chgData name="Cameron Hedderman" userId="350cfffd-156e-4957-948e-d3a8d49757db" providerId="ADAL" clId="{0E62FE56-08AA-4E7D-B96D-491E757377C9}" dt="2025-12-16T20:12:39.436" v="16389" actId="1076"/>
          <ac:picMkLst>
            <pc:docMk/>
            <pc:sldMk cId="1212696414" sldId="287"/>
            <ac:picMk id="9" creationId="{750709A0-783E-F08B-D703-83875DE0386D}"/>
          </ac:picMkLst>
        </pc:picChg>
      </pc:sldChg>
      <pc:sldChg chg="delSp modSp add">
        <pc:chgData name="Cameron Hedderman" userId="350cfffd-156e-4957-948e-d3a8d49757db" providerId="ADAL" clId="{0E62FE56-08AA-4E7D-B96D-491E757377C9}" dt="2025-12-16T18:34:19.497" v="13047" actId="14100"/>
        <pc:sldMkLst>
          <pc:docMk/>
          <pc:sldMk cId="2520395923" sldId="288"/>
        </pc:sldMkLst>
        <pc:spChg chg="mod">
          <ac:chgData name="Cameron Hedderman" userId="350cfffd-156e-4957-948e-d3a8d49757db" providerId="ADAL" clId="{0E62FE56-08AA-4E7D-B96D-491E757377C9}" dt="2025-12-15T23:24:23.354" v="12876" actId="20577"/>
          <ac:spMkLst>
            <pc:docMk/>
            <pc:sldMk cId="2520395923" sldId="288"/>
            <ac:spMk id="2" creationId="{8035D05F-2415-355B-B65C-FED3240ECF92}"/>
          </ac:spMkLst>
        </pc:spChg>
        <pc:spChg chg="mod">
          <ac:chgData name="Cameron Hedderman" userId="350cfffd-156e-4957-948e-d3a8d49757db" providerId="ADAL" clId="{0E62FE56-08AA-4E7D-B96D-491E757377C9}" dt="2025-12-16T18:34:19.497" v="13047" actId="14100"/>
          <ac:spMkLst>
            <pc:docMk/>
            <pc:sldMk cId="2520395923" sldId="288"/>
            <ac:spMk id="3" creationId="{B0EBB662-7F37-D63A-FFD4-B35966921DFF}"/>
          </ac:spMkLst>
        </pc:spChg>
      </pc:sldChg>
      <pc:sldChg chg="modSp">
        <pc:chgData name="Cameron Hedderman" userId="350cfffd-156e-4957-948e-d3a8d49757db" providerId="ADAL" clId="{0E62FE56-08AA-4E7D-B96D-491E757377C9}" dt="2025-12-16T18:35:40.557" v="13057" actId="2"/>
        <pc:sldMkLst>
          <pc:docMk/>
          <pc:sldMk cId="2155691582" sldId="290"/>
        </pc:sldMkLst>
        <pc:spChg chg="mod">
          <ac:chgData name="Cameron Hedderman" userId="350cfffd-156e-4957-948e-d3a8d49757db" providerId="ADAL" clId="{0E62FE56-08AA-4E7D-B96D-491E757377C9}" dt="2025-12-16T18:35:40.542" v="13056" actId="2"/>
          <ac:spMkLst>
            <pc:docMk/>
            <pc:sldMk cId="2155691582" sldId="290"/>
            <ac:spMk id="2" creationId="{79E68C30-34F9-4B7D-DC41-9C9412F06D65}"/>
          </ac:spMkLst>
        </pc:spChg>
        <pc:spChg chg="mod">
          <ac:chgData name="Cameron Hedderman" userId="350cfffd-156e-4957-948e-d3a8d49757db" providerId="ADAL" clId="{0E62FE56-08AA-4E7D-B96D-491E757377C9}" dt="2025-12-16T18:35:40.557" v="13057" actId="2"/>
          <ac:spMkLst>
            <pc:docMk/>
            <pc:sldMk cId="2155691582" sldId="290"/>
            <ac:spMk id="4" creationId="{165C1150-EB90-62FA-ADCC-01CA903395BC}"/>
          </ac:spMkLst>
        </pc:spChg>
      </pc:sldChg>
      <pc:sldChg chg="modSp">
        <pc:chgData name="Cameron Hedderman" userId="350cfffd-156e-4957-948e-d3a8d49757db" providerId="ADAL" clId="{0E62FE56-08AA-4E7D-B96D-491E757377C9}" dt="2025-12-16T18:35:28.410" v="13054" actId="2"/>
        <pc:sldMkLst>
          <pc:docMk/>
          <pc:sldMk cId="3190335222" sldId="293"/>
        </pc:sldMkLst>
        <pc:spChg chg="mod">
          <ac:chgData name="Cameron Hedderman" userId="350cfffd-156e-4957-948e-d3a8d49757db" providerId="ADAL" clId="{0E62FE56-08AA-4E7D-B96D-491E757377C9}" dt="2025-12-16T18:35:28.410" v="13054" actId="2"/>
          <ac:spMkLst>
            <pc:docMk/>
            <pc:sldMk cId="3190335222" sldId="293"/>
            <ac:spMk id="8" creationId="{9008FE35-6590-C3C5-8364-ECD33C2355C6}"/>
          </ac:spMkLst>
        </pc:spChg>
      </pc:sldChg>
      <pc:sldChg chg="modSp">
        <pc:chgData name="Cameron Hedderman" userId="350cfffd-156e-4957-948e-d3a8d49757db" providerId="ADAL" clId="{0E62FE56-08AA-4E7D-B96D-491E757377C9}" dt="2025-12-16T18:35:33.944" v="13055" actId="2"/>
        <pc:sldMkLst>
          <pc:docMk/>
          <pc:sldMk cId="168234735" sldId="294"/>
        </pc:sldMkLst>
        <pc:spChg chg="mod">
          <ac:chgData name="Cameron Hedderman" userId="350cfffd-156e-4957-948e-d3a8d49757db" providerId="ADAL" clId="{0E62FE56-08AA-4E7D-B96D-491E757377C9}" dt="2025-12-16T18:35:33.944" v="13055" actId="2"/>
          <ac:spMkLst>
            <pc:docMk/>
            <pc:sldMk cId="168234735" sldId="294"/>
            <ac:spMk id="7" creationId="{DF90A120-BF69-B80A-11D1-D1192B3E5365}"/>
          </ac:spMkLst>
        </pc:spChg>
        <pc:spChg chg="mod">
          <ac:chgData name="Cameron Hedderman" userId="350cfffd-156e-4957-948e-d3a8d49757db" providerId="ADAL" clId="{0E62FE56-08AA-4E7D-B96D-491E757377C9}" dt="2025-12-16T12:24:10.729" v="12882" actId="20577"/>
          <ac:spMkLst>
            <pc:docMk/>
            <pc:sldMk cId="168234735" sldId="294"/>
            <ac:spMk id="9" creationId="{01C9EDF7-509F-E3FE-A456-39BBF097EEC7}"/>
          </ac:spMkLst>
        </pc:spChg>
      </pc:sldChg>
      <pc:sldChg chg="modSp">
        <pc:chgData name="Cameron Hedderman" userId="350cfffd-156e-4957-948e-d3a8d49757db" providerId="ADAL" clId="{0E62FE56-08AA-4E7D-B96D-491E757377C9}" dt="2025-12-16T18:48:50.261" v="14066" actId="114"/>
        <pc:sldMkLst>
          <pc:docMk/>
          <pc:sldMk cId="3434804388" sldId="298"/>
        </pc:sldMkLst>
        <pc:spChg chg="mod">
          <ac:chgData name="Cameron Hedderman" userId="350cfffd-156e-4957-948e-d3a8d49757db" providerId="ADAL" clId="{0E62FE56-08AA-4E7D-B96D-491E757377C9}" dt="2025-12-16T18:48:50.261" v="14066" actId="114"/>
          <ac:spMkLst>
            <pc:docMk/>
            <pc:sldMk cId="3434804388" sldId="298"/>
            <ac:spMk id="8" creationId="{2915D82C-6271-9428-402A-E31A66DEB038}"/>
          </ac:spMkLst>
        </pc:spChg>
      </pc:sldChg>
      <pc:sldChg chg="addSp modSp">
        <pc:chgData name="Cameron Hedderman" userId="350cfffd-156e-4957-948e-d3a8d49757db" providerId="ADAL" clId="{0E62FE56-08AA-4E7D-B96D-491E757377C9}" dt="2025-12-16T18:36:10.625" v="13065" actId="20577"/>
        <pc:sldMkLst>
          <pc:docMk/>
          <pc:sldMk cId="930681106" sldId="299"/>
        </pc:sldMkLst>
        <pc:spChg chg="mod">
          <ac:chgData name="Cameron Hedderman" userId="350cfffd-156e-4957-948e-d3a8d49757db" providerId="ADAL" clId="{0E62FE56-08AA-4E7D-B96D-491E757377C9}" dt="2025-12-16T18:36:10.625" v="13065" actId="20577"/>
          <ac:spMkLst>
            <pc:docMk/>
            <pc:sldMk cId="930681106" sldId="299"/>
            <ac:spMk id="6" creationId="{BEAD4C1B-2A6B-8E3C-775C-E25D5B6489E2}"/>
          </ac:spMkLst>
        </pc:spChg>
        <pc:spChg chg="mod">
          <ac:chgData name="Cameron Hedderman" userId="350cfffd-156e-4957-948e-d3a8d49757db" providerId="ADAL" clId="{0E62FE56-08AA-4E7D-B96D-491E757377C9}" dt="2025-12-16T18:30:54.957" v="12993" actId="20577"/>
          <ac:spMkLst>
            <pc:docMk/>
            <pc:sldMk cId="930681106" sldId="299"/>
            <ac:spMk id="7" creationId="{6803A3BF-338A-A86D-66C9-29A385E84E0C}"/>
          </ac:spMkLst>
        </pc:spChg>
        <pc:picChg chg="add">
          <ac:chgData name="Cameron Hedderman" userId="350cfffd-156e-4957-948e-d3a8d49757db" providerId="ADAL" clId="{0E62FE56-08AA-4E7D-B96D-491E757377C9}" dt="2025-12-16T18:33:29.782" v="13040" actId="22"/>
          <ac:picMkLst>
            <pc:docMk/>
            <pc:sldMk cId="930681106" sldId="299"/>
            <ac:picMk id="8" creationId="{356DF163-6E54-527F-BEA0-FAEFCEB094D7}"/>
          </ac:picMkLst>
        </pc:picChg>
      </pc:sldChg>
      <pc:sldChg chg="addSp modSp">
        <pc:chgData name="Cameron Hedderman" userId="350cfffd-156e-4957-948e-d3a8d49757db" providerId="ADAL" clId="{0E62FE56-08AA-4E7D-B96D-491E757377C9}" dt="2025-12-16T19:14:16.487" v="15266" actId="1076"/>
        <pc:sldMkLst>
          <pc:docMk/>
          <pc:sldMk cId="611277202" sldId="300"/>
        </pc:sldMkLst>
        <pc:spChg chg="mod">
          <ac:chgData name="Cameron Hedderman" userId="350cfffd-156e-4957-948e-d3a8d49757db" providerId="ADAL" clId="{0E62FE56-08AA-4E7D-B96D-491E757377C9}" dt="2025-12-16T19:14:16.487" v="15266" actId="1076"/>
          <ac:spMkLst>
            <pc:docMk/>
            <pc:sldMk cId="611277202" sldId="300"/>
            <ac:spMk id="2" creationId="{5D76BE71-5F23-936D-0125-BC6376D87E0D}"/>
          </ac:spMkLst>
        </pc:spChg>
        <pc:spChg chg="mod">
          <ac:chgData name="Cameron Hedderman" userId="350cfffd-156e-4957-948e-d3a8d49757db" providerId="ADAL" clId="{0E62FE56-08AA-4E7D-B96D-491E757377C9}" dt="2025-12-16T18:36:51.810" v="13088" actId="2"/>
          <ac:spMkLst>
            <pc:docMk/>
            <pc:sldMk cId="611277202" sldId="300"/>
            <ac:spMk id="5" creationId="{79CAE8F4-36C2-DB40-0D59-24F765DA51D9}"/>
          </ac:spMkLst>
        </pc:spChg>
        <pc:spChg chg="mod">
          <ac:chgData name="Cameron Hedderman" userId="350cfffd-156e-4957-948e-d3a8d49757db" providerId="ADAL" clId="{0E62FE56-08AA-4E7D-B96D-491E757377C9}" dt="2025-12-16T18:50:53.763" v="14080" actId="1076"/>
          <ac:spMkLst>
            <pc:docMk/>
            <pc:sldMk cId="611277202" sldId="300"/>
            <ac:spMk id="7" creationId="{EA0DFC14-F836-F562-D024-76C10C587676}"/>
          </ac:spMkLst>
        </pc:spChg>
        <pc:spChg chg="mod">
          <ac:chgData name="Cameron Hedderman" userId="350cfffd-156e-4957-948e-d3a8d49757db" providerId="ADAL" clId="{0E62FE56-08AA-4E7D-B96D-491E757377C9}" dt="2025-12-16T18:36:44.333" v="13087" actId="20577"/>
          <ac:spMkLst>
            <pc:docMk/>
            <pc:sldMk cId="611277202" sldId="300"/>
            <ac:spMk id="8" creationId="{B7442C8D-3AD0-3D06-4804-A85E8421037B}"/>
          </ac:spMkLst>
        </pc:spChg>
        <pc:picChg chg="add mod">
          <ac:chgData name="Cameron Hedderman" userId="350cfffd-156e-4957-948e-d3a8d49757db" providerId="ADAL" clId="{0E62FE56-08AA-4E7D-B96D-491E757377C9}" dt="2025-12-16T16:52:17.230" v="12972" actId="1076"/>
          <ac:picMkLst>
            <pc:docMk/>
            <pc:sldMk cId="611277202" sldId="300"/>
            <ac:picMk id="9" creationId="{6764DCB1-1097-63B6-7AF7-8B36B09B0253}"/>
          </ac:picMkLst>
        </pc:picChg>
      </pc:sldChg>
      <pc:sldChg chg="modSp">
        <pc:chgData name="Cameron Hedderman" userId="350cfffd-156e-4957-948e-d3a8d49757db" providerId="ADAL" clId="{0E62FE56-08AA-4E7D-B96D-491E757377C9}" dt="2025-12-16T20:09:28.658" v="16276" actId="20577"/>
        <pc:sldMkLst>
          <pc:docMk/>
          <pc:sldMk cId="758385078" sldId="301"/>
        </pc:sldMkLst>
        <pc:spChg chg="mod">
          <ac:chgData name="Cameron Hedderman" userId="350cfffd-156e-4957-948e-d3a8d49757db" providerId="ADAL" clId="{0E62FE56-08AA-4E7D-B96D-491E757377C9}" dt="2025-12-16T20:00:54.623" v="16119" actId="120"/>
          <ac:spMkLst>
            <pc:docMk/>
            <pc:sldMk cId="758385078" sldId="301"/>
            <ac:spMk id="2" creationId="{2288809C-A76B-4739-D2B1-BD79A8A11531}"/>
          </ac:spMkLst>
        </pc:spChg>
        <pc:spChg chg="mod">
          <ac:chgData name="Cameron Hedderman" userId="350cfffd-156e-4957-948e-d3a8d49757db" providerId="ADAL" clId="{0E62FE56-08AA-4E7D-B96D-491E757377C9}" dt="2025-12-16T20:09:28.658" v="16276" actId="20577"/>
          <ac:spMkLst>
            <pc:docMk/>
            <pc:sldMk cId="758385078" sldId="301"/>
            <ac:spMk id="3" creationId="{A5ED4091-6BA5-30FA-C350-2B1ED8857C01}"/>
          </ac:spMkLst>
        </pc:spChg>
      </pc:sldChg>
      <pc:sldChg chg="delSp modSp add">
        <pc:chgData name="Cameron Hedderman" userId="350cfffd-156e-4957-948e-d3a8d49757db" providerId="ADAL" clId="{0E62FE56-08AA-4E7D-B96D-491E757377C9}" dt="2025-12-16T21:36:44.503" v="19176" actId="27636"/>
        <pc:sldMkLst>
          <pc:docMk/>
          <pc:sldMk cId="1536323585" sldId="302"/>
        </pc:sldMkLst>
        <pc:spChg chg="mod">
          <ac:chgData name="Cameron Hedderman" userId="350cfffd-156e-4957-948e-d3a8d49757db" providerId="ADAL" clId="{0E62FE56-08AA-4E7D-B96D-491E757377C9}" dt="2025-12-16T20:14:10.864" v="16602" actId="20577"/>
          <ac:spMkLst>
            <pc:docMk/>
            <pc:sldMk cId="1536323585" sldId="302"/>
            <ac:spMk id="2" creationId="{8035D05F-2415-355B-B65C-FED3240ECF92}"/>
          </ac:spMkLst>
        </pc:spChg>
        <pc:spChg chg="mod">
          <ac:chgData name="Cameron Hedderman" userId="350cfffd-156e-4957-948e-d3a8d49757db" providerId="ADAL" clId="{0E62FE56-08AA-4E7D-B96D-491E757377C9}" dt="2025-12-16T21:36:44.503" v="19176" actId="27636"/>
          <ac:spMkLst>
            <pc:docMk/>
            <pc:sldMk cId="1536323585" sldId="302"/>
            <ac:spMk id="3" creationId="{B0EBB662-7F37-D63A-FFD4-B35966921DFF}"/>
          </ac:spMkLst>
        </pc:spChg>
        <pc:spChg chg="mod">
          <ac:chgData name="Cameron Hedderman" userId="350cfffd-156e-4957-948e-d3a8d49757db" providerId="ADAL" clId="{0E62FE56-08AA-4E7D-B96D-491E757377C9}" dt="2025-12-16T20:14:47.243" v="16694" actId="20577"/>
          <ac:spMkLst>
            <pc:docMk/>
            <pc:sldMk cId="1536323585" sldId="302"/>
            <ac:spMk id="6" creationId="{A3593281-4EC6-2CB5-D2F3-A1BAE56968E3}"/>
          </ac:spMkLst>
        </pc:spChg>
        <pc:spChg chg="mod">
          <ac:chgData name="Cameron Hedderman" userId="350cfffd-156e-4957-948e-d3a8d49757db" providerId="ADAL" clId="{0E62FE56-08AA-4E7D-B96D-491E757377C9}" dt="2025-12-16T21:29:43.037" v="18290" actId="20577"/>
          <ac:spMkLst>
            <pc:docMk/>
            <pc:sldMk cId="1536323585" sldId="302"/>
            <ac:spMk id="7" creationId="{C134AC5D-F74A-0609-8F3F-70DC75189A0D}"/>
          </ac:spMkLst>
        </pc:spChg>
        <pc:picChg chg="del">
          <ac:chgData name="Cameron Hedderman" userId="350cfffd-156e-4957-948e-d3a8d49757db" providerId="ADAL" clId="{0E62FE56-08AA-4E7D-B96D-491E757377C9}" dt="2025-12-16T20:13:24.231" v="16485" actId="478"/>
          <ac:picMkLst>
            <pc:docMk/>
            <pc:sldMk cId="1536323585" sldId="302"/>
            <ac:picMk id="9" creationId="{750709A0-783E-F08B-D703-83875DE0386D}"/>
          </ac:picMkLst>
        </pc:picChg>
      </pc:sldChg>
    </pc:docChg>
  </pc:docChgLst>
  <pc:docChgLst>
    <pc:chgData name="Kendrick Kendrick" userId="S::40274936@ads.qub.ac.uk::70640412-34f1-4e49-badf-c024b3963d59" providerId="AD" clId="Web-{8AF3C9AF-C8C4-EDF2-94D6-1CDC65FD2487}"/>
    <pc:docChg chg="modSld">
      <pc:chgData name="Kendrick Kendrick" userId="S::40274936@ads.qub.ac.uk::70640412-34f1-4e49-badf-c024b3963d59" providerId="AD" clId="Web-{8AF3C9AF-C8C4-EDF2-94D6-1CDC65FD2487}" dt="2025-11-30T18:19:56.288" v="1411" actId="20577"/>
      <pc:docMkLst>
        <pc:docMk/>
      </pc:docMkLst>
      <pc:sldChg chg="modSp">
        <pc:chgData name="Kendrick Kendrick" userId="S::40274936@ads.qub.ac.uk::70640412-34f1-4e49-badf-c024b3963d59" providerId="AD" clId="Web-{8AF3C9AF-C8C4-EDF2-94D6-1CDC65FD2487}" dt="2025-11-30T17:37:41.360" v="614" actId="20577"/>
        <pc:sldMkLst>
          <pc:docMk/>
          <pc:sldMk cId="2541104513" sldId="264"/>
        </pc:sldMkLst>
        <pc:spChg chg="mod">
          <ac:chgData name="Kendrick Kendrick" userId="S::40274936@ads.qub.ac.uk::70640412-34f1-4e49-badf-c024b3963d59" providerId="AD" clId="Web-{8AF3C9AF-C8C4-EDF2-94D6-1CDC65FD2487}" dt="2025-11-30T17:35:44.518" v="584" actId="1076"/>
          <ac:spMkLst>
            <pc:docMk/>
            <pc:sldMk cId="2541104513" sldId="264"/>
            <ac:spMk id="8" creationId="{9EEF1F5A-C799-DDEC-FA3E-616B007954E2}"/>
          </ac:spMkLst>
        </pc:spChg>
        <pc:spChg chg="mod">
          <ac:chgData name="Kendrick Kendrick" userId="S::40274936@ads.qub.ac.uk::70640412-34f1-4e49-badf-c024b3963d59" providerId="AD" clId="Web-{8AF3C9AF-C8C4-EDF2-94D6-1CDC65FD2487}" dt="2025-11-30T17:37:39.953" v="612" actId="20577"/>
          <ac:spMkLst>
            <pc:docMk/>
            <pc:sldMk cId="2541104513" sldId="264"/>
            <ac:spMk id="12" creationId="{35FF8C98-DBD0-35FC-3D28-D02E48493CCA}"/>
          </ac:spMkLst>
        </pc:spChg>
      </pc:sldChg>
      <pc:sldChg chg="addSp delSp modSp modMedia addAnim">
        <pc:chgData name="Kendrick Kendrick" userId="S::40274936@ads.qub.ac.uk::70640412-34f1-4e49-badf-c024b3963d59" providerId="AD" clId="Web-{8AF3C9AF-C8C4-EDF2-94D6-1CDC65FD2487}" dt="2025-11-30T18:19:56.288" v="1411" actId="20577"/>
        <pc:sldMkLst>
          <pc:docMk/>
          <pc:sldMk cId="2783888995" sldId="269"/>
        </pc:sldMkLst>
        <pc:spChg chg="mod">
          <ac:chgData name="Kendrick Kendrick" userId="S::40274936@ads.qub.ac.uk::70640412-34f1-4e49-badf-c024b3963d59" providerId="AD" clId="Web-{8AF3C9AF-C8C4-EDF2-94D6-1CDC65FD2487}" dt="2025-11-30T18:19:56.288" v="1411" actId="20577"/>
          <ac:spMkLst>
            <pc:docMk/>
            <pc:sldMk cId="2783888995" sldId="269"/>
            <ac:spMk id="3" creationId="{53BC39D5-1F9F-6021-789B-DB493DDB122D}"/>
          </ac:spMkLst>
        </pc:spChg>
        <pc:spChg chg="add mod">
          <ac:chgData name="Kendrick Kendrick" userId="S::40274936@ads.qub.ac.uk::70640412-34f1-4e49-badf-c024b3963d59" providerId="AD" clId="Web-{8AF3C9AF-C8C4-EDF2-94D6-1CDC65FD2487}" dt="2025-11-30T18:11:34.472" v="855" actId="20577"/>
          <ac:spMkLst>
            <pc:docMk/>
            <pc:sldMk cId="2783888995" sldId="269"/>
            <ac:spMk id="6" creationId="{D499C7DC-473D-A238-41A2-326BFD1DC81A}"/>
          </ac:spMkLst>
        </pc:spChg>
      </pc:sldChg>
      <pc:sldChg chg="modSp">
        <pc:chgData name="Kendrick Kendrick" userId="S::40274936@ads.qub.ac.uk::70640412-34f1-4e49-badf-c024b3963d59" providerId="AD" clId="Web-{8AF3C9AF-C8C4-EDF2-94D6-1CDC65FD2487}" dt="2025-11-30T17:56:59.734" v="812" actId="20577"/>
        <pc:sldMkLst>
          <pc:docMk/>
          <pc:sldMk cId="168068795" sldId="272"/>
        </pc:sldMkLst>
        <pc:spChg chg="mod">
          <ac:chgData name="Kendrick Kendrick" userId="S::40274936@ads.qub.ac.uk::70640412-34f1-4e49-badf-c024b3963d59" providerId="AD" clId="Web-{8AF3C9AF-C8C4-EDF2-94D6-1CDC65FD2487}" dt="2025-11-30T17:56:18.343" v="806" actId="1076"/>
          <ac:spMkLst>
            <pc:docMk/>
            <pc:sldMk cId="168068795" sldId="272"/>
            <ac:spMk id="2" creationId="{B4FDC38B-1D5F-B167-4C31-C78332F390A4}"/>
          </ac:spMkLst>
        </pc:spChg>
        <pc:spChg chg="mod">
          <ac:chgData name="Kendrick Kendrick" userId="S::40274936@ads.qub.ac.uk::70640412-34f1-4e49-badf-c024b3963d59" providerId="AD" clId="Web-{8AF3C9AF-C8C4-EDF2-94D6-1CDC65FD2487}" dt="2025-11-30T17:43:02.630" v="675" actId="20577"/>
          <ac:spMkLst>
            <pc:docMk/>
            <pc:sldMk cId="168068795" sldId="272"/>
            <ac:spMk id="5" creationId="{F71077CC-8A71-B216-4328-E627801C17A8}"/>
          </ac:spMkLst>
        </pc:spChg>
        <pc:spChg chg="mod">
          <ac:chgData name="Kendrick Kendrick" userId="S::40274936@ads.qub.ac.uk::70640412-34f1-4e49-badf-c024b3963d59" providerId="AD" clId="Web-{8AF3C9AF-C8C4-EDF2-94D6-1CDC65FD2487}" dt="2025-11-30T17:55:29.031" v="802" actId="14100"/>
          <ac:spMkLst>
            <pc:docMk/>
            <pc:sldMk cId="168068795" sldId="272"/>
            <ac:spMk id="10" creationId="{0DCDAB20-DE28-06E4-BAF7-661D8AA7FD3D}"/>
          </ac:spMkLst>
        </pc:spChg>
        <pc:spChg chg="mod">
          <ac:chgData name="Kendrick Kendrick" userId="S::40274936@ads.qub.ac.uk::70640412-34f1-4e49-badf-c024b3963d59" providerId="AD" clId="Web-{8AF3C9AF-C8C4-EDF2-94D6-1CDC65FD2487}" dt="2025-11-30T17:55:24.265" v="801" actId="20577"/>
          <ac:spMkLst>
            <pc:docMk/>
            <pc:sldMk cId="168068795" sldId="272"/>
            <ac:spMk id="15" creationId="{0B94F20E-272E-59C3-CB67-538F273F63AE}"/>
          </ac:spMkLst>
        </pc:spChg>
      </pc:sldChg>
    </pc:docChg>
  </pc:docChgLst>
  <pc:docChgLst>
    <pc:chgData name="Cameron Hedderman" userId="S::40327226@ads.qub.ac.uk::350cfffd-156e-4957-948e-d3a8d49757db" providerId="AD" clId="Web-{0631C95E-7147-2DBB-E3D8-00B6E07D1BD7}"/>
    <pc:docChg chg="modSld">
      <pc:chgData name="Cameron Hedderman" userId="S::40327226@ads.qub.ac.uk::350cfffd-156e-4957-948e-d3a8d49757db" providerId="AD" clId="Web-{0631C95E-7147-2DBB-E3D8-00B6E07D1BD7}" dt="2025-11-18T15:44:10.833" v="1" actId="20577"/>
      <pc:docMkLst>
        <pc:docMk/>
      </pc:docMkLst>
    </pc:docChg>
  </pc:docChgLst>
  <pc:docChgLst>
    <pc:chgData name="Ciara Brown" userId="S::40295892@ads.qub.ac.uk::5376d550-e101-45d3-8d52-a15e785c6338" providerId="AD" clId="Web-{67DF82BD-E825-C4B3-A640-3BCFDA98B5B8}"/>
    <pc:docChg chg="modSld">
      <pc:chgData name="Ciara Brown" userId="S::40295892@ads.qub.ac.uk::5376d550-e101-45d3-8d52-a15e785c6338" providerId="AD" clId="Web-{67DF82BD-E825-C4B3-A640-3BCFDA98B5B8}" dt="2025-12-16T18:45:59.378" v="16" actId="20577"/>
      <pc:docMkLst>
        <pc:docMk/>
      </pc:docMkLst>
      <pc:sldChg chg="modSp">
        <pc:chgData name="Ciara Brown" userId="S::40295892@ads.qub.ac.uk::5376d550-e101-45d3-8d52-a15e785c6338" providerId="AD" clId="Web-{67DF82BD-E825-C4B3-A640-3BCFDA98B5B8}" dt="2025-12-16T18:45:59.378" v="16" actId="20577"/>
        <pc:sldMkLst>
          <pc:docMk/>
          <pc:sldMk cId="3190335222" sldId="293"/>
        </pc:sldMkLst>
        <pc:spChg chg="mod">
          <ac:chgData name="Ciara Brown" userId="S::40295892@ads.qub.ac.uk::5376d550-e101-45d3-8d52-a15e785c6338" providerId="AD" clId="Web-{67DF82BD-E825-C4B3-A640-3BCFDA98B5B8}" dt="2025-12-16T18:45:59.378" v="16" actId="20577"/>
          <ac:spMkLst>
            <pc:docMk/>
            <pc:sldMk cId="3190335222" sldId="293"/>
            <ac:spMk id="8" creationId="{9008FE35-6590-C3C5-8364-ECD33C2355C6}"/>
          </ac:spMkLst>
        </pc:spChg>
      </pc:sldChg>
    </pc:docChg>
  </pc:docChgLst>
  <pc:docChgLst>
    <pc:chgData name="Ciara Brown" userId="S::40295892@ads.qub.ac.uk::5376d550-e101-45d3-8d52-a15e785c6338" providerId="AD" clId="Web-{1F597266-EE88-D72A-E0BF-AC9BDFF7758A}"/>
    <pc:docChg chg="modSld">
      <pc:chgData name="Ciara Brown" userId="S::40295892@ads.qub.ac.uk::5376d550-e101-45d3-8d52-a15e785c6338" providerId="AD" clId="Web-{1F597266-EE88-D72A-E0BF-AC9BDFF7758A}" dt="2025-12-16T17:56:52.200" v="5" actId="20577"/>
      <pc:docMkLst>
        <pc:docMk/>
      </pc:docMkLst>
      <pc:sldChg chg="modSp">
        <pc:chgData name="Ciara Brown" userId="S::40295892@ads.qub.ac.uk::5376d550-e101-45d3-8d52-a15e785c6338" providerId="AD" clId="Web-{1F597266-EE88-D72A-E0BF-AC9BDFF7758A}" dt="2025-12-16T17:54:14.960" v="3" actId="1076"/>
        <pc:sldMkLst>
          <pc:docMk/>
          <pc:sldMk cId="2155691582" sldId="290"/>
        </pc:sldMkLst>
        <pc:spChg chg="mod">
          <ac:chgData name="Ciara Brown" userId="S::40295892@ads.qub.ac.uk::5376d550-e101-45d3-8d52-a15e785c6338" providerId="AD" clId="Web-{1F597266-EE88-D72A-E0BF-AC9BDFF7758A}" dt="2025-12-16T17:53:48.163" v="0" actId="1076"/>
          <ac:spMkLst>
            <pc:docMk/>
            <pc:sldMk cId="2155691582" sldId="290"/>
            <ac:spMk id="2" creationId="{79E68C30-34F9-4B7D-DC41-9C9412F06D65}"/>
          </ac:spMkLst>
        </pc:spChg>
        <pc:spChg chg="mod">
          <ac:chgData name="Ciara Brown" userId="S::40295892@ads.qub.ac.uk::5376d550-e101-45d3-8d52-a15e785c6338" providerId="AD" clId="Web-{1F597266-EE88-D72A-E0BF-AC9BDFF7758A}" dt="2025-12-16T17:54:14.960" v="3" actId="1076"/>
          <ac:spMkLst>
            <pc:docMk/>
            <pc:sldMk cId="2155691582" sldId="290"/>
            <ac:spMk id="4" creationId="{165C1150-EB90-62FA-ADCC-01CA903395BC}"/>
          </ac:spMkLst>
        </pc:spChg>
      </pc:sldChg>
      <pc:sldChg chg="modSp">
        <pc:chgData name="Ciara Brown" userId="S::40295892@ads.qub.ac.uk::5376d550-e101-45d3-8d52-a15e785c6338" providerId="AD" clId="Web-{1F597266-EE88-D72A-E0BF-AC9BDFF7758A}" dt="2025-12-16T17:56:52.200" v="5" actId="20577"/>
        <pc:sldMkLst>
          <pc:docMk/>
          <pc:sldMk cId="3434804388" sldId="298"/>
        </pc:sldMkLst>
        <pc:spChg chg="mod">
          <ac:chgData name="Ciara Brown" userId="S::40295892@ads.qub.ac.uk::5376d550-e101-45d3-8d52-a15e785c6338" providerId="AD" clId="Web-{1F597266-EE88-D72A-E0BF-AC9BDFF7758A}" dt="2025-12-16T17:56:52.200" v="5" actId="20577"/>
          <ac:spMkLst>
            <pc:docMk/>
            <pc:sldMk cId="3434804388" sldId="298"/>
            <ac:spMk id="11" creationId="{0837E072-5E6B-6F49-B5B1-5B31A2798B7E}"/>
          </ac:spMkLst>
        </pc:spChg>
      </pc:sldChg>
    </pc:docChg>
  </pc:docChgLst>
  <pc:docChgLst>
    <pc:chgData name="Colleen Meaney" userId="S::15175057@ads.qub.ac.uk::d709b9b8-0c85-45c8-8c21-5959159c4410" providerId="AD" clId="Web-{90448E94-5A77-D212-1924-E871B38D0620}"/>
    <pc:docChg chg="modSld">
      <pc:chgData name="Colleen Meaney" userId="S::15175057@ads.qub.ac.uk::d709b9b8-0c85-45c8-8c21-5959159c4410" providerId="AD" clId="Web-{90448E94-5A77-D212-1924-E871B38D0620}" dt="2025-12-17T11:34:14.254" v="399" actId="20577"/>
      <pc:docMkLst>
        <pc:docMk/>
      </pc:docMkLst>
      <pc:sldChg chg="modSp">
        <pc:chgData name="Colleen Meaney" userId="S::15175057@ads.qub.ac.uk::d709b9b8-0c85-45c8-8c21-5959159c4410" providerId="AD" clId="Web-{90448E94-5A77-D212-1924-E871B38D0620}" dt="2025-12-17T11:03:06.303" v="20" actId="20577"/>
        <pc:sldMkLst>
          <pc:docMk/>
          <pc:sldMk cId="3640691173" sldId="283"/>
        </pc:sldMkLst>
        <pc:spChg chg="mod">
          <ac:chgData name="Colleen Meaney" userId="S::15175057@ads.qub.ac.uk::d709b9b8-0c85-45c8-8c21-5959159c4410" providerId="AD" clId="Web-{90448E94-5A77-D212-1924-E871B38D0620}" dt="2025-12-17T11:03:06.303" v="20" actId="20577"/>
          <ac:spMkLst>
            <pc:docMk/>
            <pc:sldMk cId="3640691173" sldId="283"/>
            <ac:spMk id="6" creationId="{A3593281-4EC6-2CB5-D2F3-A1BAE56968E3}"/>
          </ac:spMkLst>
        </pc:spChg>
      </pc:sldChg>
      <pc:sldChg chg="addSp delSp modSp">
        <pc:chgData name="Colleen Meaney" userId="S::15175057@ads.qub.ac.uk::d709b9b8-0c85-45c8-8c21-5959159c4410" providerId="AD" clId="Web-{90448E94-5A77-D212-1924-E871B38D0620}" dt="2025-12-17T11:34:14.254" v="399" actId="20577"/>
        <pc:sldMkLst>
          <pc:docMk/>
          <pc:sldMk cId="1212696414" sldId="287"/>
        </pc:sldMkLst>
        <pc:spChg chg="mod">
          <ac:chgData name="Colleen Meaney" userId="S::15175057@ads.qub.ac.uk::d709b9b8-0c85-45c8-8c21-5959159c4410" providerId="AD" clId="Web-{90448E94-5A77-D212-1924-E871B38D0620}" dt="2025-12-17T11:16:17.188" v="66" actId="1076"/>
          <ac:spMkLst>
            <pc:docMk/>
            <pc:sldMk cId="1212696414" sldId="287"/>
            <ac:spMk id="2" creationId="{8035D05F-2415-355B-B65C-FED3240ECF92}"/>
          </ac:spMkLst>
        </pc:spChg>
        <pc:spChg chg="mod">
          <ac:chgData name="Colleen Meaney" userId="S::15175057@ads.qub.ac.uk::d709b9b8-0c85-45c8-8c21-5959159c4410" providerId="AD" clId="Web-{90448E94-5A77-D212-1924-E871B38D0620}" dt="2025-12-17T11:34:14.254" v="399" actId="20577"/>
          <ac:spMkLst>
            <pc:docMk/>
            <pc:sldMk cId="1212696414" sldId="287"/>
            <ac:spMk id="3" creationId="{B0EBB662-7F37-D63A-FFD4-B35966921DFF}"/>
          </ac:spMkLst>
        </pc:spChg>
        <pc:spChg chg="mod">
          <ac:chgData name="Colleen Meaney" userId="S::15175057@ads.qub.ac.uk::d709b9b8-0c85-45c8-8c21-5959159c4410" providerId="AD" clId="Web-{90448E94-5A77-D212-1924-E871B38D0620}" dt="2025-12-17T11:14:58.655" v="44" actId="1076"/>
          <ac:spMkLst>
            <pc:docMk/>
            <pc:sldMk cId="1212696414" sldId="287"/>
            <ac:spMk id="6" creationId="{A3593281-4EC6-2CB5-D2F3-A1BAE56968E3}"/>
          </ac:spMkLst>
        </pc:spChg>
        <pc:spChg chg="mod">
          <ac:chgData name="Colleen Meaney" userId="S::15175057@ads.qub.ac.uk::d709b9b8-0c85-45c8-8c21-5959159c4410" providerId="AD" clId="Web-{90448E94-5A77-D212-1924-E871B38D0620}" dt="2025-12-17T11:28:22.680" v="387" actId="20577"/>
          <ac:spMkLst>
            <pc:docMk/>
            <pc:sldMk cId="1212696414" sldId="287"/>
            <ac:spMk id="7" creationId="{C134AC5D-F74A-0609-8F3F-70DC75189A0D}"/>
          </ac:spMkLst>
        </pc:spChg>
        <pc:spChg chg="add mod">
          <ac:chgData name="Colleen Meaney" userId="S::15175057@ads.qub.ac.uk::d709b9b8-0c85-45c8-8c21-5959159c4410" providerId="AD" clId="Web-{90448E94-5A77-D212-1924-E871B38D0620}" dt="2025-12-17T11:21:37.571" v="230" actId="20577"/>
          <ac:spMkLst>
            <pc:docMk/>
            <pc:sldMk cId="1212696414" sldId="287"/>
            <ac:spMk id="15" creationId="{F6A947F7-9C01-B564-121A-733E0A29DAEF}"/>
          </ac:spMkLst>
        </pc:spChg>
        <pc:picChg chg="add del mod modCrop">
          <ac:chgData name="Colleen Meaney" userId="S::15175057@ads.qub.ac.uk::d709b9b8-0c85-45c8-8c21-5959159c4410" providerId="AD" clId="Web-{90448E94-5A77-D212-1924-E871B38D0620}" dt="2025-12-17T11:13:12.371" v="27"/>
          <ac:picMkLst>
            <pc:docMk/>
            <pc:sldMk cId="1212696414" sldId="287"/>
            <ac:picMk id="4" creationId="{62A2A788-DF89-B87D-5270-740E0C6130F9}"/>
          </ac:picMkLst>
        </pc:picChg>
        <pc:picChg chg="add del mod">
          <ac:chgData name="Colleen Meaney" userId="S::15175057@ads.qub.ac.uk::d709b9b8-0c85-45c8-8c21-5959159c4410" providerId="AD" clId="Web-{90448E94-5A77-D212-1924-E871B38D0620}" dt="2025-12-17T11:13:21.090" v="29"/>
          <ac:picMkLst>
            <pc:docMk/>
            <pc:sldMk cId="1212696414" sldId="287"/>
            <ac:picMk id="9" creationId="{F8594EC8-2B60-824D-DD15-76AAC9762FBC}"/>
          </ac:picMkLst>
        </pc:picChg>
        <pc:picChg chg="mod">
          <ac:chgData name="Colleen Meaney" userId="S::15175057@ads.qub.ac.uk::d709b9b8-0c85-45c8-8c21-5959159c4410" providerId="AD" clId="Web-{90448E94-5A77-D212-1924-E871B38D0620}" dt="2025-12-17T11:15:04.171" v="45" actId="1076"/>
          <ac:picMkLst>
            <pc:docMk/>
            <pc:sldMk cId="1212696414" sldId="287"/>
            <ac:picMk id="13" creationId="{DE723AB7-5AC2-331E-17EF-10F80966C2AA}"/>
          </ac:picMkLst>
        </pc:picChg>
        <pc:picChg chg="add mod modCrop">
          <ac:chgData name="Colleen Meaney" userId="S::15175057@ads.qub.ac.uk::d709b9b8-0c85-45c8-8c21-5959159c4410" providerId="AD" clId="Web-{90448E94-5A77-D212-1924-E871B38D0620}" dt="2025-12-17T11:14:51.671" v="43" actId="1076"/>
          <ac:picMkLst>
            <pc:docMk/>
            <pc:sldMk cId="1212696414" sldId="287"/>
            <ac:picMk id="14" creationId="{1FF1EE49-26C6-A916-0368-1124072679A4}"/>
          </ac:picMkLst>
        </pc:picChg>
      </pc:sldChg>
      <pc:sldChg chg="delSp modSp">
        <pc:chgData name="Colleen Meaney" userId="S::15175057@ads.qub.ac.uk::d709b9b8-0c85-45c8-8c21-5959159c4410" providerId="AD" clId="Web-{90448E94-5A77-D212-1924-E871B38D0620}" dt="2025-12-17T11:27:04.065" v="381" actId="20577"/>
        <pc:sldMkLst>
          <pc:docMk/>
          <pc:sldMk cId="2520395923" sldId="288"/>
        </pc:sldMkLst>
        <pc:spChg chg="mod">
          <ac:chgData name="Colleen Meaney" userId="S::15175057@ads.qub.ac.uk::d709b9b8-0c85-45c8-8c21-5959159c4410" providerId="AD" clId="Web-{90448E94-5A77-D212-1924-E871B38D0620}" dt="2025-12-17T11:27:04.065" v="381" actId="20577"/>
          <ac:spMkLst>
            <pc:docMk/>
            <pc:sldMk cId="2520395923" sldId="288"/>
            <ac:spMk id="3" creationId="{B0EBB662-7F37-D63A-FFD4-B35966921DFF}"/>
          </ac:spMkLst>
        </pc:spChg>
        <pc:spChg chg="del mod">
          <ac:chgData name="Colleen Meaney" userId="S::15175057@ads.qub.ac.uk::d709b9b8-0c85-45c8-8c21-5959159c4410" providerId="AD" clId="Web-{90448E94-5A77-D212-1924-E871B38D0620}" dt="2025-12-17T11:25:20.512" v="260"/>
          <ac:spMkLst>
            <pc:docMk/>
            <pc:sldMk cId="2520395923" sldId="288"/>
            <ac:spMk id="9" creationId="{9B397B65-9E46-AEF9-20E4-7B379B405BF5}"/>
          </ac:spMkLst>
        </pc:spChg>
      </pc:sldChg>
      <pc:sldChg chg="modSp">
        <pc:chgData name="Colleen Meaney" userId="S::15175057@ads.qub.ac.uk::d709b9b8-0c85-45c8-8c21-5959159c4410" providerId="AD" clId="Web-{90448E94-5A77-D212-1924-E871B38D0620}" dt="2025-12-17T11:28:02.616" v="383" actId="20577"/>
        <pc:sldMkLst>
          <pc:docMk/>
          <pc:sldMk cId="1536323585" sldId="302"/>
        </pc:sldMkLst>
        <pc:spChg chg="mod">
          <ac:chgData name="Colleen Meaney" userId="S::15175057@ads.qub.ac.uk::d709b9b8-0c85-45c8-8c21-5959159c4410" providerId="AD" clId="Web-{90448E94-5A77-D212-1924-E871B38D0620}" dt="2025-12-17T11:28:02.616" v="383" actId="20577"/>
          <ac:spMkLst>
            <pc:docMk/>
            <pc:sldMk cId="1536323585" sldId="302"/>
            <ac:spMk id="6" creationId="{A3593281-4EC6-2CB5-D2F3-A1BAE56968E3}"/>
          </ac:spMkLst>
        </pc:spChg>
      </pc:sldChg>
      <pc:sldChg chg="modSp">
        <pc:chgData name="Colleen Meaney" userId="S::15175057@ads.qub.ac.uk::d709b9b8-0c85-45c8-8c21-5959159c4410" providerId="AD" clId="Web-{90448E94-5A77-D212-1924-E871B38D0620}" dt="2025-12-17T11:28:11.351" v="386" actId="20577"/>
        <pc:sldMkLst>
          <pc:docMk/>
          <pc:sldMk cId="2917165318" sldId="303"/>
        </pc:sldMkLst>
        <pc:spChg chg="mod">
          <ac:chgData name="Colleen Meaney" userId="S::15175057@ads.qub.ac.uk::d709b9b8-0c85-45c8-8c21-5959159c4410" providerId="AD" clId="Web-{90448E94-5A77-D212-1924-E871B38D0620}" dt="2025-12-17T11:28:08.491" v="384" actId="20577"/>
          <ac:spMkLst>
            <pc:docMk/>
            <pc:sldMk cId="2917165318" sldId="303"/>
            <ac:spMk id="17" creationId="{1EFD7DB1-5485-BFB4-DFDD-A1272B7D252D}"/>
          </ac:spMkLst>
        </pc:spChg>
        <pc:spChg chg="mod">
          <ac:chgData name="Colleen Meaney" userId="S::15175057@ads.qub.ac.uk::d709b9b8-0c85-45c8-8c21-5959159c4410" providerId="AD" clId="Web-{90448E94-5A77-D212-1924-E871B38D0620}" dt="2025-12-17T11:28:11.351" v="386" actId="20577"/>
          <ac:spMkLst>
            <pc:docMk/>
            <pc:sldMk cId="2917165318" sldId="303"/>
            <ac:spMk id="18" creationId="{477D6BCB-BFDD-871C-1793-787A8FFF8684}"/>
          </ac:spMkLst>
        </pc:spChg>
      </pc:sldChg>
    </pc:docChg>
  </pc:docChgLst>
  <pc:docChgLst>
    <pc:chgData name="Kendrick Kendrick" userId="S::40274936@ads.qub.ac.uk::70640412-34f1-4e49-badf-c024b3963d59" providerId="AD" clId="Web-{897F1374-4214-DBCB-62D9-90AAEEFB5CF0}"/>
    <pc:docChg chg="addSld delSld modSld sldOrd">
      <pc:chgData name="Kendrick Kendrick" userId="S::40274936@ads.qub.ac.uk::70640412-34f1-4e49-badf-c024b3963d59" providerId="AD" clId="Web-{897F1374-4214-DBCB-62D9-90AAEEFB5CF0}" dt="2025-11-29T00:25:20.902" v="3439" actId="1076"/>
      <pc:docMkLst>
        <pc:docMk/>
      </pc:docMkLst>
      <pc:sldChg chg="modSp">
        <pc:chgData name="Kendrick Kendrick" userId="S::40274936@ads.qub.ac.uk::70640412-34f1-4e49-badf-c024b3963d59" providerId="AD" clId="Web-{897F1374-4214-DBCB-62D9-90AAEEFB5CF0}" dt="2025-11-28T20:43:16.237" v="1290" actId="14100"/>
        <pc:sldMkLst>
          <pc:docMk/>
          <pc:sldMk cId="3724315915" sldId="256"/>
        </pc:sldMkLst>
        <pc:spChg chg="mod">
          <ac:chgData name="Kendrick Kendrick" userId="S::40274936@ads.qub.ac.uk::70640412-34f1-4e49-badf-c024b3963d59" providerId="AD" clId="Web-{897F1374-4214-DBCB-62D9-90AAEEFB5CF0}" dt="2025-11-28T20:43:16.237" v="1290" actId="14100"/>
          <ac:spMkLst>
            <pc:docMk/>
            <pc:sldMk cId="3724315915" sldId="256"/>
            <ac:spMk id="2" creationId="{6CBA0981-7AA0-1741-D527-BABC5C0F5A32}"/>
          </ac:spMkLst>
        </pc:spChg>
      </pc:sldChg>
      <pc:sldChg chg="modSp ord">
        <pc:chgData name="Kendrick Kendrick" userId="S::40274936@ads.qub.ac.uk::70640412-34f1-4e49-badf-c024b3963d59" providerId="AD" clId="Web-{897F1374-4214-DBCB-62D9-90AAEEFB5CF0}" dt="2025-11-28T20:49:50.865" v="1314" actId="20577"/>
        <pc:sldMkLst>
          <pc:docMk/>
          <pc:sldMk cId="1937340273" sldId="260"/>
        </pc:sldMkLst>
        <pc:spChg chg="mod">
          <ac:chgData name="Kendrick Kendrick" userId="S::40274936@ads.qub.ac.uk::70640412-34f1-4e49-badf-c024b3963d59" providerId="AD" clId="Web-{897F1374-4214-DBCB-62D9-90AAEEFB5CF0}" dt="2025-11-28T20:49:50.865" v="1314" actId="20577"/>
          <ac:spMkLst>
            <pc:docMk/>
            <pc:sldMk cId="1937340273" sldId="260"/>
            <ac:spMk id="2" creationId="{90D1DB20-7DE2-104C-FDC7-84F19F022479}"/>
          </ac:spMkLst>
        </pc:spChg>
      </pc:sldChg>
      <pc:sldChg chg="addSp delSp modSp ord">
        <pc:chgData name="Kendrick Kendrick" userId="S::40274936@ads.qub.ac.uk::70640412-34f1-4e49-badf-c024b3963d59" providerId="AD" clId="Web-{897F1374-4214-DBCB-62D9-90AAEEFB5CF0}" dt="2025-11-28T20:51:14.989" v="1321" actId="1076"/>
        <pc:sldMkLst>
          <pc:docMk/>
          <pc:sldMk cId="1601408118" sldId="263"/>
        </pc:sldMkLst>
        <pc:spChg chg="mod">
          <ac:chgData name="Kendrick Kendrick" userId="S::40274936@ads.qub.ac.uk::70640412-34f1-4e49-badf-c024b3963d59" providerId="AD" clId="Web-{897F1374-4214-DBCB-62D9-90AAEEFB5CF0}" dt="2025-11-28T20:50:11.506" v="1316" actId="14100"/>
          <ac:spMkLst>
            <pc:docMk/>
            <pc:sldMk cId="1601408118" sldId="263"/>
            <ac:spMk id="2" creationId="{21B993DF-5085-EA6E-29A3-AEA023D61B6C}"/>
          </ac:spMkLst>
        </pc:spChg>
        <pc:spChg chg="add mod">
          <ac:chgData name="Kendrick Kendrick" userId="S::40274936@ads.qub.ac.uk::70640412-34f1-4e49-badf-c024b3963d59" providerId="AD" clId="Web-{897F1374-4214-DBCB-62D9-90AAEEFB5CF0}" dt="2025-11-28T16:49:23.629" v="6"/>
          <ac:spMkLst>
            <pc:docMk/>
            <pc:sldMk cId="1601408118" sldId="263"/>
            <ac:spMk id="6" creationId="{9BC6AC25-7507-0399-DF75-175966A890EC}"/>
          </ac:spMkLst>
        </pc:spChg>
        <pc:picChg chg="mod">
          <ac:chgData name="Kendrick Kendrick" userId="S::40274936@ads.qub.ac.uk::70640412-34f1-4e49-badf-c024b3963d59" providerId="AD" clId="Web-{897F1374-4214-DBCB-62D9-90AAEEFB5CF0}" dt="2025-11-28T20:51:14.989" v="1321" actId="1076"/>
          <ac:picMkLst>
            <pc:docMk/>
            <pc:sldMk cId="1601408118" sldId="263"/>
            <ac:picMk id="4" creationId="{55B88304-D6D3-1182-5F9B-29D20BDBFD1C}"/>
          </ac:picMkLst>
        </pc:picChg>
      </pc:sldChg>
      <pc:sldChg chg="addSp delSp modSp mod modClrScheme chgLayout">
        <pc:chgData name="Kendrick Kendrick" userId="S::40274936@ads.qub.ac.uk::70640412-34f1-4e49-badf-c024b3963d59" providerId="AD" clId="Web-{897F1374-4214-DBCB-62D9-90AAEEFB5CF0}" dt="2025-11-29T00:07:55.060" v="2894" actId="20577"/>
        <pc:sldMkLst>
          <pc:docMk/>
          <pc:sldMk cId="2541104513" sldId="264"/>
        </pc:sldMkLst>
        <pc:spChg chg="mod ord">
          <ac:chgData name="Kendrick Kendrick" userId="S::40274936@ads.qub.ac.uk::70640412-34f1-4e49-badf-c024b3963d59" providerId="AD" clId="Web-{897F1374-4214-DBCB-62D9-90AAEEFB5CF0}" dt="2025-11-28T23:22:02.821" v="1585" actId="1076"/>
          <ac:spMkLst>
            <pc:docMk/>
            <pc:sldMk cId="2541104513" sldId="264"/>
            <ac:spMk id="2" creationId="{37BAB0F3-44F0-913A-4A86-EA181BF277C6}"/>
          </ac:spMkLst>
        </pc:spChg>
        <pc:spChg chg="mod ord">
          <ac:chgData name="Kendrick Kendrick" userId="S::40274936@ads.qub.ac.uk::70640412-34f1-4e49-badf-c024b3963d59" providerId="AD" clId="Web-{897F1374-4214-DBCB-62D9-90AAEEFB5CF0}" dt="2025-11-28T23:44:35.056" v="2386" actId="20577"/>
          <ac:spMkLst>
            <pc:docMk/>
            <pc:sldMk cId="2541104513" sldId="264"/>
            <ac:spMk id="3" creationId="{A9AE01DA-BC98-2FE1-DE4C-7BB44C4CA0ED}"/>
          </ac:spMkLst>
        </pc:spChg>
        <pc:spChg chg="add mod ord">
          <ac:chgData name="Kendrick Kendrick" userId="S::40274936@ads.qub.ac.uk::70640412-34f1-4e49-badf-c024b3963d59" providerId="AD" clId="Web-{897F1374-4214-DBCB-62D9-90AAEEFB5CF0}" dt="2025-11-28T23:45:25.276" v="2412" actId="20577"/>
          <ac:spMkLst>
            <pc:docMk/>
            <pc:sldMk cId="2541104513" sldId="264"/>
            <ac:spMk id="8" creationId="{9EEF1F5A-C799-DDEC-FA3E-616B007954E2}"/>
          </ac:spMkLst>
        </pc:spChg>
        <pc:spChg chg="add mod">
          <ac:chgData name="Kendrick Kendrick" userId="S::40274936@ads.qub.ac.uk::70640412-34f1-4e49-badf-c024b3963d59" providerId="AD" clId="Web-{897F1374-4214-DBCB-62D9-90AAEEFB5CF0}" dt="2025-11-29T00:07:55.060" v="2894" actId="20577"/>
          <ac:spMkLst>
            <pc:docMk/>
            <pc:sldMk cId="2541104513" sldId="264"/>
            <ac:spMk id="12" creationId="{35FF8C98-DBD0-35FC-3D28-D02E48493CCA}"/>
          </ac:spMkLst>
        </pc:spChg>
        <pc:picChg chg="add">
          <ac:chgData name="Kendrick Kendrick" userId="S::40274936@ads.qub.ac.uk::70640412-34f1-4e49-badf-c024b3963d59" providerId="AD" clId="Web-{897F1374-4214-DBCB-62D9-90AAEEFB5CF0}" dt="2025-11-28T20:50:44.770" v="1317"/>
          <ac:picMkLst>
            <pc:docMk/>
            <pc:sldMk cId="2541104513" sldId="264"/>
            <ac:picMk id="15" creationId="{66075C0C-A826-C3AA-8C2C-64142F110D16}"/>
          </ac:picMkLst>
        </pc:picChg>
      </pc:sldChg>
      <pc:sldChg chg="delSp modSp add replId">
        <pc:chgData name="Kendrick Kendrick" userId="S::40274936@ads.qub.ac.uk::70640412-34f1-4e49-badf-c024b3963d59" providerId="AD" clId="Web-{897F1374-4214-DBCB-62D9-90AAEEFB5CF0}" dt="2025-11-28T23:51:39.959" v="2493" actId="20577"/>
        <pc:sldMkLst>
          <pc:docMk/>
          <pc:sldMk cId="168068795" sldId="272"/>
        </pc:sldMkLst>
        <pc:spChg chg="mod">
          <ac:chgData name="Kendrick Kendrick" userId="S::40274936@ads.qub.ac.uk::70640412-34f1-4e49-badf-c024b3963d59" providerId="AD" clId="Web-{897F1374-4214-DBCB-62D9-90AAEEFB5CF0}" dt="2025-11-28T23:51:39.959" v="2493" actId="20577"/>
          <ac:spMkLst>
            <pc:docMk/>
            <pc:sldMk cId="168068795" sldId="272"/>
            <ac:spMk id="5" creationId="{F71077CC-8A71-B216-4328-E627801C17A8}"/>
          </ac:spMkLst>
        </pc:spChg>
        <pc:spChg chg="mod">
          <ac:chgData name="Kendrick Kendrick" userId="S::40274936@ads.qub.ac.uk::70640412-34f1-4e49-badf-c024b3963d59" providerId="AD" clId="Web-{897F1374-4214-DBCB-62D9-90AAEEFB5CF0}" dt="2025-11-28T23:47:19.005" v="2435" actId="20577"/>
          <ac:spMkLst>
            <pc:docMk/>
            <pc:sldMk cId="168068795" sldId="272"/>
            <ac:spMk id="15" creationId="{0B94F20E-272E-59C3-CB67-538F273F63AE}"/>
          </ac:spMkLst>
        </pc:spChg>
        <pc:picChg chg="mod">
          <ac:chgData name="Kendrick Kendrick" userId="S::40274936@ads.qub.ac.uk::70640412-34f1-4e49-badf-c024b3963d59" providerId="AD" clId="Web-{897F1374-4214-DBCB-62D9-90AAEEFB5CF0}" dt="2025-11-28T23:47:50.104" v="2444" actId="1076"/>
          <ac:picMkLst>
            <pc:docMk/>
            <pc:sldMk cId="168068795" sldId="272"/>
            <ac:picMk id="7" creationId="{09AAA542-AC6A-4CE6-5F64-85891CD97D8A}"/>
          </ac:picMkLst>
        </pc:picChg>
      </pc:sldChg>
    </pc:docChg>
  </pc:docChgLst>
  <pc:docChgLst>
    <pc:chgData name="Kendrick Kendrick" userId="S::40274936@ads.qub.ac.uk::70640412-34f1-4e49-badf-c024b3963d59" providerId="AD" clId="Web-{BE9D8496-4AF6-9BE5-694D-9F082338D178}"/>
    <pc:docChg chg="modSld">
      <pc:chgData name="Kendrick Kendrick" userId="S::40274936@ads.qub.ac.uk::70640412-34f1-4e49-badf-c024b3963d59" providerId="AD" clId="Web-{BE9D8496-4AF6-9BE5-694D-9F082338D178}" dt="2025-11-29T20:35:29.710" v="269" actId="1076"/>
      <pc:docMkLst>
        <pc:docMk/>
      </pc:docMkLst>
    </pc:docChg>
  </pc:docChgLst>
  <pc:docChgLst>
    <pc:chgData name="Kendrick Kendrick" userId="S::40274936@ads.qub.ac.uk::70640412-34f1-4e49-badf-c024b3963d59" providerId="AD" clId="Web-{F1CD1CDB-FDDA-E3ED-29A9-BAAF9E00A96D}"/>
    <pc:docChg chg="modSld">
      <pc:chgData name="Kendrick Kendrick" userId="S::40274936@ads.qub.ac.uk::70640412-34f1-4e49-badf-c024b3963d59" providerId="AD" clId="Web-{F1CD1CDB-FDDA-E3ED-29A9-BAAF9E00A96D}" dt="2025-11-29T00:27:42.112" v="1" actId="20577"/>
      <pc:docMkLst>
        <pc:docMk/>
      </pc:docMkLst>
      <pc:sldChg chg="modSp">
        <pc:chgData name="Kendrick Kendrick" userId="S::40274936@ads.qub.ac.uk::70640412-34f1-4e49-badf-c024b3963d59" providerId="AD" clId="Web-{F1CD1CDB-FDDA-E3ED-29A9-BAAF9E00A96D}" dt="2025-11-29T00:27:42.112" v="1" actId="20577"/>
        <pc:sldMkLst>
          <pc:docMk/>
          <pc:sldMk cId="168068795" sldId="272"/>
        </pc:sldMkLst>
        <pc:spChg chg="mod">
          <ac:chgData name="Kendrick Kendrick" userId="S::40274936@ads.qub.ac.uk::70640412-34f1-4e49-badf-c024b3963d59" providerId="AD" clId="Web-{F1CD1CDB-FDDA-E3ED-29A9-BAAF9E00A96D}" dt="2025-11-29T00:27:42.112" v="1" actId="20577"/>
          <ac:spMkLst>
            <pc:docMk/>
            <pc:sldMk cId="168068795" sldId="272"/>
            <ac:spMk id="15" creationId="{0B94F20E-272E-59C3-CB67-538F273F63AE}"/>
          </ac:spMkLst>
        </pc:spChg>
      </pc:sldChg>
    </pc:docChg>
  </pc:docChgLst>
  <pc:docChgLst>
    <pc:chgData name="Cameron Hedderman" userId="S::40327226@ads.qub.ac.uk::350cfffd-156e-4957-948e-d3a8d49757db" providerId="AD" clId="Web-{2DB7A31E-42F1-D1B6-F910-3D46435FE12F}"/>
    <pc:docChg chg="mod modSld addMainMaster delMainMaster">
      <pc:chgData name="Cameron Hedderman" userId="S::40327226@ads.qub.ac.uk::350cfffd-156e-4957-948e-d3a8d49757db" providerId="AD" clId="Web-{2DB7A31E-42F1-D1B6-F910-3D46435FE12F}" dt="2025-11-17T15:16:40.443" v="571" actId="20577"/>
      <pc:docMkLst>
        <pc:docMk/>
      </pc:docMkLst>
      <pc:sldChg chg="addSp modSp mod modClrScheme chgLayout">
        <pc:chgData name="Cameron Hedderman" userId="S::40327226@ads.qub.ac.uk::350cfffd-156e-4957-948e-d3a8d49757db" providerId="AD" clId="Web-{2DB7A31E-42F1-D1B6-F910-3D46435FE12F}" dt="2025-11-17T15:02:59.707" v="110" actId="1076"/>
        <pc:sldMkLst>
          <pc:docMk/>
          <pc:sldMk cId="3724315915" sldId="256"/>
        </pc:sldMkLst>
        <pc:spChg chg="mod ord">
          <ac:chgData name="Cameron Hedderman" userId="S::40327226@ads.qub.ac.uk::350cfffd-156e-4957-948e-d3a8d49757db" providerId="AD" clId="Web-{2DB7A31E-42F1-D1B6-F910-3D46435FE12F}" dt="2025-11-17T15:02:55.223" v="109" actId="20577"/>
          <ac:spMkLst>
            <pc:docMk/>
            <pc:sldMk cId="3724315915" sldId="256"/>
            <ac:spMk id="2" creationId="{6CBA0981-7AA0-1741-D527-BABC5C0F5A32}"/>
          </ac:spMkLst>
        </pc:spChg>
        <pc:spChg chg="mod ord">
          <ac:chgData name="Cameron Hedderman" userId="S::40327226@ads.qub.ac.uk::350cfffd-156e-4957-948e-d3a8d49757db" providerId="AD" clId="Web-{2DB7A31E-42F1-D1B6-F910-3D46435FE12F}" dt="2025-11-17T15:00:01.829" v="103" actId="1076"/>
          <ac:spMkLst>
            <pc:docMk/>
            <pc:sldMk cId="3724315915" sldId="256"/>
            <ac:spMk id="3" creationId="{90A4B075-EAF2-42B7-6021-E193F4CCA7A7}"/>
          </ac:spMkLst>
        </pc:spChg>
        <pc:picChg chg="add mod">
          <ac:chgData name="Cameron Hedderman" userId="S::40327226@ads.qub.ac.uk::350cfffd-156e-4957-948e-d3a8d49757db" providerId="AD" clId="Web-{2DB7A31E-42F1-D1B6-F910-3D46435FE12F}" dt="2025-11-17T15:02:59.707" v="110" actId="1076"/>
          <ac:picMkLst>
            <pc:docMk/>
            <pc:sldMk cId="3724315915" sldId="256"/>
            <ac:picMk id="4" creationId="{F35182BC-038F-55C9-371F-BE88DFDA296D}"/>
          </ac:picMkLst>
        </pc:picChg>
      </pc:sldChg>
      <pc:sldMasterChg chg="add addSldLayout modSldLayout">
        <pc:chgData name="Cameron Hedderman" userId="S::40327226@ads.qub.ac.uk::350cfffd-156e-4957-948e-d3a8d49757db" providerId="AD" clId="Web-{2DB7A31E-42F1-D1B6-F910-3D46435FE12F}" dt="2025-11-17T14:57:36.388" v="4"/>
        <pc:sldMasterMkLst>
          <pc:docMk/>
          <pc:sldMasterMk cId="4071106722" sldId="2147483705"/>
        </pc:sldMasterMkLst>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2256375878" sldId="2147483706"/>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3533069252" sldId="2147483707"/>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778132587" sldId="2147483708"/>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972775552" sldId="2147483709"/>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3125615241" sldId="2147483710"/>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2731911121" sldId="2147483711"/>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1579022416" sldId="2147483712"/>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781891588" sldId="2147483713"/>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168245148" sldId="2147483714"/>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2089132481" sldId="2147483715"/>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1848947632" sldId="2147483716"/>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4100300398" sldId="2147483717"/>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3287609227" sldId="2147483718"/>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2874690771" sldId="2147483719"/>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2373129075" sldId="2147483720"/>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2988601424" sldId="2147483721"/>
          </pc:sldLayoutMkLst>
        </pc:sldLayoutChg>
        <pc:sldLayoutChg chg="add mod replId">
          <pc:chgData name="Cameron Hedderman" userId="S::40327226@ads.qub.ac.uk::350cfffd-156e-4957-948e-d3a8d49757db" providerId="AD" clId="Web-{2DB7A31E-42F1-D1B6-F910-3D46435FE12F}" dt="2025-11-17T14:57:36.388" v="4"/>
          <pc:sldLayoutMkLst>
            <pc:docMk/>
            <pc:sldMasterMk cId="4071106722" sldId="2147483705"/>
            <pc:sldLayoutMk cId="2002907863" sldId="2147483722"/>
          </pc:sldLayoutMkLst>
        </pc:sldLayoutChg>
      </pc:sldMasterChg>
    </pc:docChg>
  </pc:docChgLst>
  <pc:docChgLst>
    <pc:chgData name="Utkarsh Awasthi" userId="S::40490288@ads.qub.ac.uk::ad4f256f-da97-4041-8145-32bceb3f78cb" providerId="AD" clId="Web-{3D4535B7-1FF9-A675-B4B0-399569DFDCC1}"/>
    <pc:docChg chg="modSld">
      <pc:chgData name="Utkarsh Awasthi" userId="S::40490288@ads.qub.ac.uk::ad4f256f-da97-4041-8145-32bceb3f78cb" providerId="AD" clId="Web-{3D4535B7-1FF9-A675-B4B0-399569DFDCC1}" dt="2025-12-12T19:43:39.324" v="170" actId="20577"/>
      <pc:docMkLst>
        <pc:docMk/>
      </pc:docMkLst>
      <pc:sldChg chg="modSp">
        <pc:chgData name="Utkarsh Awasthi" userId="S::40490288@ads.qub.ac.uk::ad4f256f-da97-4041-8145-32bceb3f78cb" providerId="AD" clId="Web-{3D4535B7-1FF9-A675-B4B0-399569DFDCC1}" dt="2025-12-12T19:41:18.086" v="132" actId="1076"/>
        <pc:sldMkLst>
          <pc:docMk/>
          <pc:sldMk cId="620870971" sldId="273"/>
        </pc:sldMkLst>
        <pc:spChg chg="mod">
          <ac:chgData name="Utkarsh Awasthi" userId="S::40490288@ads.qub.ac.uk::ad4f256f-da97-4041-8145-32bceb3f78cb" providerId="AD" clId="Web-{3D4535B7-1FF9-A675-B4B0-399569DFDCC1}" dt="2025-12-12T19:41:18.086" v="132" actId="1076"/>
          <ac:spMkLst>
            <pc:docMk/>
            <pc:sldMk cId="620870971" sldId="273"/>
            <ac:spMk id="9" creationId="{6017DAAA-BDBB-29CE-0483-E49B059B1C86}"/>
          </ac:spMkLst>
        </pc:spChg>
      </pc:sldChg>
      <pc:sldChg chg="modSp">
        <pc:chgData name="Utkarsh Awasthi" userId="S::40490288@ads.qub.ac.uk::ad4f256f-da97-4041-8145-32bceb3f78cb" providerId="AD" clId="Web-{3D4535B7-1FF9-A675-B4B0-399569DFDCC1}" dt="2025-12-12T19:29:30.281" v="44" actId="20577"/>
        <pc:sldMkLst>
          <pc:docMk/>
          <pc:sldMk cId="664851472" sldId="274"/>
        </pc:sldMkLst>
        <pc:spChg chg="mod">
          <ac:chgData name="Utkarsh Awasthi" userId="S::40490288@ads.qub.ac.uk::ad4f256f-da97-4041-8145-32bceb3f78cb" providerId="AD" clId="Web-{3D4535B7-1FF9-A675-B4B0-399569DFDCC1}" dt="2025-12-12T19:29:30.281" v="44" actId="20577"/>
          <ac:spMkLst>
            <pc:docMk/>
            <pc:sldMk cId="664851472" sldId="274"/>
            <ac:spMk id="9" creationId="{E474F1C2-8EF1-F589-311C-FE8520DE0F85}"/>
          </ac:spMkLst>
        </pc:spChg>
      </pc:sldChg>
    </pc:docChg>
  </pc:docChgLst>
  <pc:docChgLst>
    <pc:chgData name="Utkarsh Awasthi" userId="S::40490288@ads.qub.ac.uk::ad4f256f-da97-4041-8145-32bceb3f78cb" providerId="AD" clId="Web-{DCD85F66-E721-DE75-D46D-432C57DB3F39}"/>
    <pc:docChg chg="modSld">
      <pc:chgData name="Utkarsh Awasthi" userId="S::40490288@ads.qub.ac.uk::ad4f256f-da97-4041-8145-32bceb3f78cb" providerId="AD" clId="Web-{DCD85F66-E721-DE75-D46D-432C57DB3F39}" dt="2025-11-30T18:33:22.457" v="41" actId="20577"/>
      <pc:docMkLst>
        <pc:docMk/>
      </pc:docMkLst>
    </pc:docChg>
  </pc:docChgLst>
  <pc:docChgLst>
    <pc:chgData name="Utkarsh Awasthi" userId="S::40490288@ads.qub.ac.uk::ad4f256f-da97-4041-8145-32bceb3f78cb" providerId="AD" clId="Web-{F9D73949-781F-0A77-DB9A-5E48FB256DA2}"/>
    <pc:docChg chg="modSld">
      <pc:chgData name="Utkarsh Awasthi" userId="S::40490288@ads.qub.ac.uk::ad4f256f-da97-4041-8145-32bceb3f78cb" providerId="AD" clId="Web-{F9D73949-781F-0A77-DB9A-5E48FB256DA2}" dt="2025-12-16T21:22:16.896" v="8" actId="20577"/>
      <pc:docMkLst>
        <pc:docMk/>
      </pc:docMkLst>
      <pc:sldChg chg="modSp">
        <pc:chgData name="Utkarsh Awasthi" userId="S::40490288@ads.qub.ac.uk::ad4f256f-da97-4041-8145-32bceb3f78cb" providerId="AD" clId="Web-{F9D73949-781F-0A77-DB9A-5E48FB256DA2}" dt="2025-12-16T21:19:33.781" v="4" actId="20577"/>
        <pc:sldMkLst>
          <pc:docMk/>
          <pc:sldMk cId="3724315915" sldId="256"/>
        </pc:sldMkLst>
        <pc:spChg chg="mod">
          <ac:chgData name="Utkarsh Awasthi" userId="S::40490288@ads.qub.ac.uk::ad4f256f-da97-4041-8145-32bceb3f78cb" providerId="AD" clId="Web-{F9D73949-781F-0A77-DB9A-5E48FB256DA2}" dt="2025-12-16T21:19:33.781" v="4" actId="20577"/>
          <ac:spMkLst>
            <pc:docMk/>
            <pc:sldMk cId="3724315915" sldId="256"/>
            <ac:spMk id="3" creationId="{90A4B075-EAF2-42B7-6021-E193F4CCA7A7}"/>
          </ac:spMkLst>
        </pc:spChg>
      </pc:sldChg>
      <pc:sldChg chg="modSp">
        <pc:chgData name="Utkarsh Awasthi" userId="S::40490288@ads.qub.ac.uk::ad4f256f-da97-4041-8145-32bceb3f78cb" providerId="AD" clId="Web-{F9D73949-781F-0A77-DB9A-5E48FB256DA2}" dt="2025-12-16T21:22:16.896" v="8" actId="20577"/>
        <pc:sldMkLst>
          <pc:docMk/>
          <pc:sldMk cId="617160336" sldId="276"/>
        </pc:sldMkLst>
        <pc:spChg chg="mod">
          <ac:chgData name="Utkarsh Awasthi" userId="S::40490288@ads.qub.ac.uk::ad4f256f-da97-4041-8145-32bceb3f78cb" providerId="AD" clId="Web-{F9D73949-781F-0A77-DB9A-5E48FB256DA2}" dt="2025-12-16T21:22:16.896" v="8" actId="20577"/>
          <ac:spMkLst>
            <pc:docMk/>
            <pc:sldMk cId="617160336" sldId="276"/>
            <ac:spMk id="6" creationId="{A202E361-2C27-DB60-2337-85906393801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6A4E6B-BB79-234A-8669-BB87FCEA7457}" type="datetimeFigureOut">
              <a:rPr lang="en-US" smtClean="0"/>
              <a:t>4/27/26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487A1C-0E93-CF40-AC9A-45F1E538D13D}" type="slidenum">
              <a:rPr lang="en-US" smtClean="0"/>
              <a:t>‹#›</a:t>
            </a:fld>
            <a:endParaRPr lang="en-US"/>
          </a:p>
        </p:txBody>
      </p:sp>
    </p:spTree>
    <p:extLst>
      <p:ext uri="{BB962C8B-B14F-4D97-AF65-F5344CB8AC3E}">
        <p14:creationId xmlns:p14="http://schemas.microsoft.com/office/powerpoint/2010/main" val="2799513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76963DC-4A07-41B8-A23D-C7F4972E9752}" type="slidenum">
              <a:rPr lang="en-GB" smtClean="0"/>
              <a:t>5</a:t>
            </a:fld>
            <a:endParaRPr lang="en-GB"/>
          </a:p>
        </p:txBody>
      </p:sp>
    </p:spTree>
    <p:extLst>
      <p:ext uri="{BB962C8B-B14F-4D97-AF65-F5344CB8AC3E}">
        <p14:creationId xmlns:p14="http://schemas.microsoft.com/office/powerpoint/2010/main" val="1040010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76963DC-4A07-41B8-A23D-C7F4972E9752}" type="slidenum">
              <a:rPr lang="en-GB" smtClean="0"/>
              <a:t>10</a:t>
            </a:fld>
            <a:endParaRPr lang="en-GB"/>
          </a:p>
        </p:txBody>
      </p:sp>
    </p:spTree>
    <p:extLst>
      <p:ext uri="{BB962C8B-B14F-4D97-AF65-F5344CB8AC3E}">
        <p14:creationId xmlns:p14="http://schemas.microsoft.com/office/powerpoint/2010/main" val="1220883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256375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4509A250-FF31-4206-8172-F9D3106AACB1}" type="datetimeFigureOut">
              <a:rPr lang="en-US" dirty="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533069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778132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96027F-7875-4030-9381-8BD8C4F21935}" type="datetimeFigureOut">
              <a:rPr lang="en-US" dirty="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972775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96027F-7875-4030-9381-8BD8C4F21935}" type="datetimeFigureOut">
              <a:rPr lang="en-US" dirty="0"/>
              <a:t>4/27/26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125615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4/27/26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731911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4/27/26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579022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4/27/26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78189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68245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089132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848947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41003003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2876092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4/27/26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8746907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4/27/26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3731290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9886014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002907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4/27/26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a:p>
        </p:txBody>
      </p:sp>
    </p:spTree>
    <p:extLst>
      <p:ext uri="{BB962C8B-B14F-4D97-AF65-F5344CB8AC3E}">
        <p14:creationId xmlns:p14="http://schemas.microsoft.com/office/powerpoint/2010/main" val="4071106722"/>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brickset.com/" TargetMode="External"/><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brickinstructions.co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brickinstructions.com/" TargetMode="External"/><Relationship Id="rId7" Type="http://schemas.openxmlformats.org/officeDocument/2006/relationships/hyperlink" Target="https://brickranker.com/investing/the-best-performing-lego-sets-of-2020" TargetMode="External"/><Relationship Id="rId2" Type="http://schemas.openxmlformats.org/officeDocument/2006/relationships/hyperlink" Target="http://brickset.com/" TargetMode="External"/><Relationship Id="rId1" Type="http://schemas.openxmlformats.org/officeDocument/2006/relationships/slideLayout" Target="../slideLayouts/slideLayout2.xml"/><Relationship Id="rId6" Type="http://schemas.openxmlformats.org/officeDocument/2006/relationships/hyperlink" Target="https://www.lego.com/en-us/categories/age" TargetMode="External"/><Relationship Id="rId5" Type="http://schemas.openxmlformats.org/officeDocument/2006/relationships/hyperlink" Target="https://www.newelementary.com/2025/11/what-are-new-lego-parts-in-late.html" TargetMode="External"/><Relationship Id="rId4" Type="http://schemas.openxmlformats.org/officeDocument/2006/relationships/hyperlink" Target="https://brickipedia.fandom.com/wiki/LEGO_licens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0981-7AA0-1741-D527-BABC5C0F5A32}"/>
              </a:ext>
            </a:extLst>
          </p:cNvPr>
          <p:cNvSpPr>
            <a:spLocks noGrp="1"/>
          </p:cNvSpPr>
          <p:nvPr>
            <p:ph type="ctrTitle"/>
          </p:nvPr>
        </p:nvSpPr>
        <p:spPr>
          <a:xfrm flipH="1">
            <a:off x="2074174" y="1625040"/>
            <a:ext cx="5959219" cy="2744154"/>
          </a:xfrm>
        </p:spPr>
        <p:txBody>
          <a:bodyPr/>
          <a:lstStyle/>
          <a:p>
            <a:pPr algn="ctr"/>
            <a:r>
              <a:rPr lang="en-IN" sz="6000" dirty="0">
                <a:latin typeface="Calibri"/>
                <a:ea typeface="Calibri"/>
                <a:cs typeface="Aptos Serif"/>
              </a:rPr>
              <a:t>Lego Dataset</a:t>
            </a:r>
            <a:br>
              <a:rPr lang="en-IN" sz="6000" dirty="0">
                <a:latin typeface="Calibri"/>
                <a:ea typeface="Calibri"/>
                <a:cs typeface="Aptos Serif"/>
              </a:rPr>
            </a:br>
            <a:r>
              <a:rPr lang="en-IN" sz="6000" dirty="0">
                <a:latin typeface="Calibri"/>
                <a:ea typeface="Calibri"/>
                <a:cs typeface="Aptos Serif"/>
              </a:rPr>
              <a:t>Analysis</a:t>
            </a:r>
            <a:endParaRPr lang="en-US" dirty="0"/>
          </a:p>
        </p:txBody>
      </p:sp>
      <p:sp>
        <p:nvSpPr>
          <p:cNvPr id="3" name="Subtitle 2">
            <a:extLst>
              <a:ext uri="{FF2B5EF4-FFF2-40B4-BE49-F238E27FC236}">
                <a16:creationId xmlns:a16="http://schemas.microsoft.com/office/drawing/2014/main" id="{90A4B075-EAF2-42B7-6021-E193F4CCA7A7}"/>
              </a:ext>
            </a:extLst>
          </p:cNvPr>
          <p:cNvSpPr>
            <a:spLocks noGrp="1"/>
          </p:cNvSpPr>
          <p:nvPr>
            <p:ph type="subTitle" idx="1"/>
          </p:nvPr>
        </p:nvSpPr>
        <p:spPr>
          <a:xfrm>
            <a:off x="1153632" y="5369244"/>
            <a:ext cx="9847005" cy="1142464"/>
          </a:xfrm>
        </p:spPr>
        <p:txBody>
          <a:bodyPr>
            <a:normAutofit/>
          </a:bodyPr>
          <a:lstStyle/>
          <a:p>
            <a:r>
              <a:rPr lang="en-US" dirty="0"/>
              <a:t>Presented By:</a:t>
            </a:r>
          </a:p>
          <a:p>
            <a:r>
              <a:rPr lang="en-US" sz="1800" b="1" dirty="0">
                <a:ea typeface="+mj-lt"/>
                <a:cs typeface="+mj-lt"/>
              </a:rPr>
              <a:t>Utkarsh Awasthi</a:t>
            </a:r>
            <a:endParaRPr lang="en-US" dirty="0"/>
          </a:p>
        </p:txBody>
      </p:sp>
      <p:pic>
        <p:nvPicPr>
          <p:cNvPr id="4" name="Picture 3" descr="A red and white logo&#10;&#10;AI-generated content may be incorrect.">
            <a:extLst>
              <a:ext uri="{FF2B5EF4-FFF2-40B4-BE49-F238E27FC236}">
                <a16:creationId xmlns:a16="http://schemas.microsoft.com/office/drawing/2014/main" id="{F35182BC-038F-55C9-371F-BE88DFDA296D}"/>
              </a:ext>
            </a:extLst>
          </p:cNvPr>
          <p:cNvPicPr>
            <a:picLocks noChangeAspect="1"/>
          </p:cNvPicPr>
          <p:nvPr/>
        </p:nvPicPr>
        <p:blipFill>
          <a:blip r:embed="rId2"/>
          <a:stretch>
            <a:fillRect/>
          </a:stretch>
        </p:blipFill>
        <p:spPr>
          <a:xfrm>
            <a:off x="7341063" y="2012798"/>
            <a:ext cx="5971954" cy="3384698"/>
          </a:xfrm>
          <a:prstGeom prst="rect">
            <a:avLst/>
          </a:prstGeom>
        </p:spPr>
      </p:pic>
    </p:spTree>
    <p:extLst>
      <p:ext uri="{BB962C8B-B14F-4D97-AF65-F5344CB8AC3E}">
        <p14:creationId xmlns:p14="http://schemas.microsoft.com/office/powerpoint/2010/main" val="3724315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95C3B6B-10D4-69EB-0BC8-319AD747D22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9B9689C-AD68-44A3-BFB4-C27BBA9A6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255221-262E-DB95-7408-655DAF0EB769}"/>
              </a:ext>
            </a:extLst>
          </p:cNvPr>
          <p:cNvSpPr>
            <a:spLocks noGrp="1"/>
          </p:cNvSpPr>
          <p:nvPr>
            <p:ph type="title"/>
          </p:nvPr>
        </p:nvSpPr>
        <p:spPr>
          <a:xfrm>
            <a:off x="648929" y="629266"/>
            <a:ext cx="6586491" cy="1622321"/>
          </a:xfrm>
        </p:spPr>
        <p:txBody>
          <a:bodyPr>
            <a:normAutofit/>
          </a:bodyPr>
          <a:lstStyle/>
          <a:p>
            <a:r>
              <a:rPr lang="en-US">
                <a:solidFill>
                  <a:srgbClr val="EBEBEB"/>
                </a:solidFill>
                <a:ea typeface="Calibri Light"/>
                <a:cs typeface="Calibri Light"/>
              </a:rPr>
              <a:t>Data Set Overview</a:t>
            </a:r>
          </a:p>
          <a:p>
            <a:endParaRPr lang="en-US">
              <a:solidFill>
                <a:srgbClr val="EBEBEB"/>
              </a:solidFill>
            </a:endParaRPr>
          </a:p>
        </p:txBody>
      </p:sp>
      <p:sp>
        <p:nvSpPr>
          <p:cNvPr id="13" name="Rectangle 12">
            <a:extLst>
              <a:ext uri="{FF2B5EF4-FFF2-40B4-BE49-F238E27FC236}">
                <a16:creationId xmlns:a16="http://schemas.microsoft.com/office/drawing/2014/main" id="{6E073616-E93D-4D7C-9EA1-43F1D5DF9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410" y="0"/>
            <a:ext cx="46360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ounded Rectangle 9">
            <a:extLst>
              <a:ext uri="{FF2B5EF4-FFF2-40B4-BE49-F238E27FC236}">
                <a16:creationId xmlns:a16="http://schemas.microsoft.com/office/drawing/2014/main" id="{0121EE82-A9A4-4B7E-928A-257CF299F0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1042" y="460755"/>
            <a:ext cx="3666744" cy="5739187"/>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A66CD98-DF8F-C720-9EBD-43A6C4F4D171}"/>
              </a:ext>
            </a:extLst>
          </p:cNvPr>
          <p:cNvPicPr>
            <a:picLocks noChangeAspect="1"/>
          </p:cNvPicPr>
          <p:nvPr/>
        </p:nvPicPr>
        <p:blipFill>
          <a:blip r:embed="rId2"/>
          <a:stretch>
            <a:fillRect/>
          </a:stretch>
        </p:blipFill>
        <p:spPr>
          <a:xfrm>
            <a:off x="8525675" y="2104806"/>
            <a:ext cx="2697479" cy="2495168"/>
          </a:xfrm>
          <a:prstGeom prst="rect">
            <a:avLst/>
          </a:prstGeom>
          <a:effectLst/>
        </p:spPr>
      </p:pic>
      <p:sp>
        <p:nvSpPr>
          <p:cNvPr id="17" name="Rectangle 16">
            <a:extLst>
              <a:ext uri="{FF2B5EF4-FFF2-40B4-BE49-F238E27FC236}">
                <a16:creationId xmlns:a16="http://schemas.microsoft.com/office/drawing/2014/main" id="{86EEAAB6-E00B-4F7A-AD69-0666D48AEF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8686B4D6-6D8E-DDC8-1381-4E16A03419C7}"/>
              </a:ext>
            </a:extLst>
          </p:cNvPr>
          <p:cNvSpPr>
            <a:spLocks noGrp="1"/>
          </p:cNvSpPr>
          <p:nvPr>
            <p:ph idx="1"/>
          </p:nvPr>
        </p:nvSpPr>
        <p:spPr>
          <a:xfrm>
            <a:off x="545357" y="1713390"/>
            <a:ext cx="6586489" cy="4301234"/>
          </a:xfrm>
        </p:spPr>
        <p:txBody>
          <a:bodyPr vert="horz" lIns="91440" tIns="45720" rIns="91440" bIns="45720" rtlCol="0" anchor="t">
            <a:noAutofit/>
          </a:bodyPr>
          <a:lstStyle/>
          <a:p>
            <a:pPr>
              <a:lnSpc>
                <a:spcPct val="90000"/>
              </a:lnSpc>
              <a:buClr>
                <a:srgbClr val="8AD0D6"/>
              </a:buClr>
            </a:pPr>
            <a:endParaRPr lang="en-US" sz="1400" i="1">
              <a:solidFill>
                <a:srgbClr val="FFFFFF"/>
              </a:solidFill>
              <a:latin typeface="Century Gothic"/>
            </a:endParaRPr>
          </a:p>
          <a:p>
            <a:pPr>
              <a:lnSpc>
                <a:spcPct val="90000"/>
              </a:lnSpc>
              <a:buClr>
                <a:srgbClr val="8AD0D6"/>
              </a:buClr>
            </a:pPr>
            <a:r>
              <a:rPr lang="en-US" sz="1600">
                <a:solidFill>
                  <a:srgbClr val="FFFFFF"/>
                </a:solidFill>
                <a:latin typeface="Century Gothic"/>
              </a:rPr>
              <a:t>The </a:t>
            </a:r>
            <a:r>
              <a:rPr lang="en-US" sz="1600" err="1">
                <a:solidFill>
                  <a:srgbClr val="FFFFFF"/>
                </a:solidFill>
                <a:latin typeface="Century Gothic"/>
              </a:rPr>
              <a:t>LegoData</a:t>
            </a:r>
            <a:r>
              <a:rPr lang="en-US" sz="1600">
                <a:solidFill>
                  <a:srgbClr val="FFFFFF"/>
                </a:solidFill>
                <a:latin typeface="Century Gothic"/>
              </a:rPr>
              <a:t> dataset initially contained </a:t>
            </a:r>
            <a:r>
              <a:rPr lang="en-US" sz="1600" b="1" i="1">
                <a:solidFill>
                  <a:srgbClr val="FFFFFF"/>
                </a:solidFill>
                <a:latin typeface="Century Gothic"/>
              </a:rPr>
              <a:t>16 variables</a:t>
            </a:r>
            <a:r>
              <a:rPr lang="en-US" sz="1600" i="1">
                <a:solidFill>
                  <a:srgbClr val="FFFFFF"/>
                </a:solidFill>
                <a:latin typeface="Century Gothic"/>
              </a:rPr>
              <a:t> </a:t>
            </a:r>
            <a:r>
              <a:rPr lang="en-US" sz="1600">
                <a:solidFill>
                  <a:srgbClr val="FFFFFF"/>
                </a:solidFill>
                <a:latin typeface="Century Gothic"/>
              </a:rPr>
              <a:t>with </a:t>
            </a:r>
            <a:r>
              <a:rPr lang="en-US" sz="1600" b="1" i="1">
                <a:solidFill>
                  <a:srgbClr val="FFFFFF"/>
                </a:solidFill>
                <a:latin typeface="Century Gothic"/>
              </a:rPr>
              <a:t>1603 entries</a:t>
            </a:r>
            <a:r>
              <a:rPr lang="en-US" sz="1600" i="1">
                <a:solidFill>
                  <a:srgbClr val="FFFFFF"/>
                </a:solidFill>
                <a:latin typeface="Century Gothic"/>
              </a:rPr>
              <a:t>.</a:t>
            </a:r>
            <a:endParaRPr lang="en-US" sz="1600">
              <a:solidFill>
                <a:srgbClr val="FFFFFF"/>
              </a:solidFill>
            </a:endParaRPr>
          </a:p>
          <a:p>
            <a:pPr>
              <a:lnSpc>
                <a:spcPct val="90000"/>
              </a:lnSpc>
              <a:buClr>
                <a:srgbClr val="8AD0D6"/>
              </a:buClr>
            </a:pPr>
            <a:r>
              <a:rPr lang="en-US" sz="1600">
                <a:solidFill>
                  <a:srgbClr val="FFFFFF"/>
                </a:solidFill>
                <a:latin typeface="Century Gothic"/>
              </a:rPr>
              <a:t>The Lego dataset contains the details about Lego sets manufactured between </a:t>
            </a:r>
            <a:r>
              <a:rPr lang="en-US" sz="1600" b="1">
                <a:solidFill>
                  <a:srgbClr val="FFFFFF"/>
                </a:solidFill>
                <a:latin typeface="Century Gothic"/>
              </a:rPr>
              <a:t>January 2018 and September 2020</a:t>
            </a:r>
            <a:r>
              <a:rPr lang="en-US" sz="1600">
                <a:solidFill>
                  <a:srgbClr val="FFFFFF"/>
                </a:solidFill>
                <a:latin typeface="Century Gothic"/>
              </a:rPr>
              <a:t>. </a:t>
            </a:r>
            <a:endParaRPr lang="en-US" sz="1600">
              <a:solidFill>
                <a:srgbClr val="FFFFFF"/>
              </a:solidFill>
            </a:endParaRPr>
          </a:p>
          <a:p>
            <a:pPr>
              <a:lnSpc>
                <a:spcPct val="90000"/>
              </a:lnSpc>
              <a:buClr>
                <a:srgbClr val="8AD0D6"/>
              </a:buClr>
            </a:pPr>
            <a:r>
              <a:rPr lang="en-US" sz="1600">
                <a:solidFill>
                  <a:srgbClr val="FFFFFF"/>
                </a:solidFill>
                <a:latin typeface="Century Gothic"/>
              </a:rPr>
              <a:t>The dataset consists of every single Lego theme except for the </a:t>
            </a:r>
            <a:r>
              <a:rPr lang="en-US" sz="1600" b="1">
                <a:solidFill>
                  <a:srgbClr val="FFFFFF"/>
                </a:solidFill>
                <a:latin typeface="Century Gothic"/>
              </a:rPr>
              <a:t>mystery sets</a:t>
            </a:r>
            <a:r>
              <a:rPr lang="en-US" sz="1600">
                <a:solidFill>
                  <a:srgbClr val="FFFFFF"/>
                </a:solidFill>
                <a:latin typeface="Century Gothic"/>
              </a:rPr>
              <a:t>, as they have an unknown number of pieces. The data was collected from </a:t>
            </a:r>
            <a:r>
              <a:rPr lang="en-US" sz="1600">
                <a:solidFill>
                  <a:srgbClr val="FFFFFF"/>
                </a:solidFill>
                <a:latin typeface="Century Gothic"/>
                <a:hlinkClick r:id="rId3">
                  <a:extLst>
                    <a:ext uri="{A12FA001-AC4F-418D-AE19-62706E023703}">
                      <ahyp:hlinkClr xmlns:ahyp="http://schemas.microsoft.com/office/drawing/2018/hyperlinkcolor" val="tx"/>
                    </a:ext>
                  </a:extLst>
                </a:hlinkClick>
              </a:rPr>
              <a:t>Brickset.com</a:t>
            </a:r>
            <a:r>
              <a:rPr lang="en-US" sz="1600">
                <a:solidFill>
                  <a:srgbClr val="FFFFFF"/>
                </a:solidFill>
                <a:latin typeface="Century Gothic"/>
              </a:rPr>
              <a:t>   and </a:t>
            </a:r>
            <a:r>
              <a:rPr lang="en-US" sz="1600">
                <a:solidFill>
                  <a:srgbClr val="FFFFFF"/>
                </a:solidFill>
                <a:latin typeface="Century Gothic"/>
                <a:hlinkClick r:id="rId4">
                  <a:extLst>
                    <a:ext uri="{A12FA001-AC4F-418D-AE19-62706E023703}">
                      <ahyp:hlinkClr xmlns:ahyp="http://schemas.microsoft.com/office/drawing/2018/hyperlinkcolor" val="tx"/>
                    </a:ext>
                  </a:extLst>
                </a:hlinkClick>
              </a:rPr>
              <a:t>BrickInstructions.com</a:t>
            </a:r>
            <a:r>
              <a:rPr lang="en-US" sz="1600">
                <a:solidFill>
                  <a:srgbClr val="FFFFFF"/>
                </a:solidFill>
                <a:latin typeface="Century Gothic"/>
              </a:rPr>
              <a:t>.[1]</a:t>
            </a:r>
            <a:endParaRPr lang="en-US" sz="1600">
              <a:solidFill>
                <a:srgbClr val="FFFFFF"/>
              </a:solidFill>
            </a:endParaRPr>
          </a:p>
          <a:p>
            <a:pPr>
              <a:lnSpc>
                <a:spcPct val="90000"/>
              </a:lnSpc>
              <a:buClr>
                <a:srgbClr val="8AD0D6"/>
              </a:buClr>
            </a:pPr>
            <a:r>
              <a:rPr lang="en-US" sz="1600">
                <a:solidFill>
                  <a:srgbClr val="FFFFFF"/>
                </a:solidFill>
                <a:latin typeface="Century Gothic"/>
              </a:rPr>
              <a:t>With this dataset, our team will </a:t>
            </a:r>
            <a:r>
              <a:rPr lang="en-US" sz="1600" err="1">
                <a:solidFill>
                  <a:srgbClr val="FFFFFF"/>
                </a:solidFill>
                <a:latin typeface="Century Gothic"/>
              </a:rPr>
              <a:t>analyse</a:t>
            </a:r>
            <a:r>
              <a:rPr lang="en-US" sz="1600">
                <a:solidFill>
                  <a:srgbClr val="FFFFFF"/>
                </a:solidFill>
                <a:latin typeface="Century Gothic"/>
              </a:rPr>
              <a:t> the main factors of Lego sets and examine how these factors impact the pricing and the overall Lego sets design characteristics. </a:t>
            </a:r>
            <a:endParaRPr lang="en-US" sz="1600">
              <a:solidFill>
                <a:srgbClr val="FFFFFF"/>
              </a:solidFill>
            </a:endParaRPr>
          </a:p>
          <a:p>
            <a:pPr>
              <a:lnSpc>
                <a:spcPct val="90000"/>
              </a:lnSpc>
              <a:buClr>
                <a:srgbClr val="8AD0D6"/>
              </a:buClr>
            </a:pPr>
            <a:r>
              <a:rPr lang="en-US" sz="1600">
                <a:solidFill>
                  <a:srgbClr val="FFFFFF"/>
                </a:solidFill>
                <a:latin typeface="Century Gothic"/>
              </a:rPr>
              <a:t>The main attributes used for the analyses are the </a:t>
            </a:r>
            <a:r>
              <a:rPr lang="en-US" sz="1600" b="1">
                <a:solidFill>
                  <a:srgbClr val="FFFFFF"/>
                </a:solidFill>
                <a:latin typeface="Century Gothic"/>
              </a:rPr>
              <a:t>Theme, number of Unique Pieces, the set Age recommendation, </a:t>
            </a:r>
            <a:r>
              <a:rPr lang="en-US" sz="1600">
                <a:solidFill>
                  <a:srgbClr val="FFFFFF"/>
                </a:solidFill>
                <a:latin typeface="Century Gothic"/>
              </a:rPr>
              <a:t>and </a:t>
            </a:r>
            <a:r>
              <a:rPr lang="en-US" sz="1600" b="1">
                <a:solidFill>
                  <a:srgbClr val="FFFFFF"/>
                </a:solidFill>
                <a:latin typeface="Century Gothic"/>
              </a:rPr>
              <a:t>the Prices on Retail and Amazon</a:t>
            </a:r>
            <a:r>
              <a:rPr lang="en-US" sz="1600">
                <a:solidFill>
                  <a:srgbClr val="FFFFFF"/>
                </a:solidFill>
                <a:latin typeface="Century Gothic"/>
              </a:rPr>
              <a:t>. </a:t>
            </a:r>
            <a:endParaRPr lang="en-US" sz="1600">
              <a:solidFill>
                <a:srgbClr val="FFFFFF"/>
              </a:solidFill>
            </a:endParaRPr>
          </a:p>
          <a:p>
            <a:pPr>
              <a:lnSpc>
                <a:spcPct val="90000"/>
              </a:lnSpc>
              <a:buClr>
                <a:srgbClr val="8AD0D6"/>
              </a:buClr>
            </a:pPr>
            <a:endParaRPr lang="en-US" sz="1400">
              <a:solidFill>
                <a:srgbClr val="FFFFFF"/>
              </a:solidFill>
            </a:endParaRPr>
          </a:p>
        </p:txBody>
      </p:sp>
      <p:pic>
        <p:nvPicPr>
          <p:cNvPr id="4" name="Picture 3" descr="A red and white logo&#10;&#10;AI-generated content may be incorrect.">
            <a:extLst>
              <a:ext uri="{FF2B5EF4-FFF2-40B4-BE49-F238E27FC236}">
                <a16:creationId xmlns:a16="http://schemas.microsoft.com/office/drawing/2014/main" id="{A4FDE76F-5CCA-1E85-D528-7A3FF005AF58}"/>
              </a:ext>
            </a:extLst>
          </p:cNvPr>
          <p:cNvPicPr>
            <a:picLocks noChangeAspect="1"/>
          </p:cNvPicPr>
          <p:nvPr/>
        </p:nvPicPr>
        <p:blipFill>
          <a:blip r:embed="rId5"/>
          <a:stretch>
            <a:fillRect/>
          </a:stretch>
        </p:blipFill>
        <p:spPr>
          <a:xfrm>
            <a:off x="10295860" y="177209"/>
            <a:ext cx="974652" cy="549349"/>
          </a:xfrm>
          <a:prstGeom prst="rect">
            <a:avLst/>
          </a:prstGeom>
        </p:spPr>
      </p:pic>
    </p:spTree>
    <p:extLst>
      <p:ext uri="{BB962C8B-B14F-4D97-AF65-F5344CB8AC3E}">
        <p14:creationId xmlns:p14="http://schemas.microsoft.com/office/powerpoint/2010/main" val="4100215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01E45E-EA6F-DEF9-925E-B8DF0ED7D5BC}"/>
              </a:ext>
            </a:extLst>
          </p:cNvPr>
          <p:cNvSpPr>
            <a:spLocks noGrp="1"/>
          </p:cNvSpPr>
          <p:nvPr>
            <p:ph idx="1"/>
          </p:nvPr>
        </p:nvSpPr>
        <p:spPr>
          <a:xfrm>
            <a:off x="380553" y="1372080"/>
            <a:ext cx="6211634" cy="4970394"/>
          </a:xfrm>
        </p:spPr>
        <p:txBody>
          <a:bodyPr vert="horz" lIns="91440" tIns="45720" rIns="91440" bIns="45720" rtlCol="0" anchor="t">
            <a:noAutofit/>
          </a:bodyPr>
          <a:lstStyle/>
          <a:p>
            <a:pPr>
              <a:buClr>
                <a:srgbClr val="8AD0D6"/>
              </a:buClr>
              <a:buFont typeface="Wingdings" charset="2"/>
              <a:buChar char="v"/>
            </a:pPr>
            <a:r>
              <a:rPr lang="en-US" sz="1600" b="1">
                <a:solidFill>
                  <a:srgbClr val="FFFFFF"/>
                </a:solidFill>
                <a:ea typeface="+mj-lt"/>
                <a:cs typeface="+mj-lt"/>
              </a:rPr>
              <a:t>Is there a relationship between theme and the number of unique pieces, Do Licensed sets feature more unique pieces? - </a:t>
            </a:r>
            <a:r>
              <a:rPr lang="en-US" sz="1400">
                <a:solidFill>
                  <a:srgbClr val="FFFFFF"/>
                </a:solidFill>
                <a:ea typeface="+mj-lt"/>
                <a:cs typeface="+mj-lt"/>
              </a:rPr>
              <a:t>Some people say licensed sets need more special parts to match the films or shows they’re based on; we want to see if the data actually supports that.</a:t>
            </a:r>
            <a:endParaRPr lang="en-GB" sz="1400">
              <a:solidFill>
                <a:srgbClr val="FFFFFF"/>
              </a:solidFill>
              <a:ea typeface="+mj-lt"/>
              <a:cs typeface="+mj-lt"/>
            </a:endParaRPr>
          </a:p>
          <a:p>
            <a:pPr>
              <a:lnSpc>
                <a:spcPct val="90000"/>
              </a:lnSpc>
              <a:buClr>
                <a:srgbClr val="1E5155">
                  <a:lumMod val="40000"/>
                  <a:lumOff val="60000"/>
                </a:srgbClr>
              </a:buClr>
              <a:buFont typeface="Wingdings" charset="2"/>
              <a:buChar char="v"/>
            </a:pPr>
            <a:endParaRPr lang="en-US" sz="1600" b="1"/>
          </a:p>
          <a:p>
            <a:pPr>
              <a:buClr>
                <a:srgbClr val="8AD0D6"/>
              </a:buClr>
              <a:buFont typeface="Wingdings" charset="2"/>
              <a:buChar char="v"/>
            </a:pPr>
            <a:r>
              <a:rPr lang="en-US" sz="1600" b="1">
                <a:solidFill>
                  <a:srgbClr val="FFFFFF"/>
                </a:solidFill>
                <a:ea typeface="+mj-lt"/>
                <a:cs typeface="+mj-lt"/>
              </a:rPr>
              <a:t>  Is there a relationship between theme and price, Does this relationship change when looking at Retail Price VS Amazon Price? - </a:t>
            </a:r>
            <a:r>
              <a:rPr lang="en-US" sz="1400">
                <a:solidFill>
                  <a:srgbClr val="FFFFFF"/>
                </a:solidFill>
                <a:ea typeface="+mj-lt"/>
                <a:cs typeface="+mj-lt"/>
              </a:rPr>
              <a:t>Retail Shops and online sellers (Amazon) don’t always price sets the same way, especially for popular themes, so we want to check if certain themes stay expensive or get bigger discounts on Amazon.</a:t>
            </a:r>
          </a:p>
          <a:p>
            <a:pPr>
              <a:buClr>
                <a:srgbClr val="8AD0D6"/>
              </a:buClr>
              <a:buFont typeface="Wingdings" charset="2"/>
              <a:buChar char="v"/>
            </a:pPr>
            <a:endParaRPr lang="en-US" sz="1400">
              <a:solidFill>
                <a:srgbClr val="FFFFFF"/>
              </a:solidFill>
              <a:ea typeface="+mj-lt"/>
              <a:cs typeface="+mj-lt"/>
            </a:endParaRPr>
          </a:p>
          <a:p>
            <a:pPr>
              <a:lnSpc>
                <a:spcPct val="90000"/>
              </a:lnSpc>
              <a:buClr>
                <a:srgbClr val="8AD0D6"/>
              </a:buClr>
              <a:buFont typeface="Wingdings" charset="2"/>
              <a:buChar char="v"/>
            </a:pPr>
            <a:r>
              <a:rPr lang="en-US" sz="1600" b="1">
                <a:solidFill>
                  <a:srgbClr val="FFFFFF"/>
                </a:solidFill>
                <a:ea typeface="+mj-lt"/>
                <a:cs typeface="+mj-lt"/>
              </a:rPr>
              <a:t>Are there significant differences in the number of unique pieces between sets &amp; Is this due to them being aimed at a younger or older age groups? - </a:t>
            </a:r>
            <a:r>
              <a:rPr lang="en-US" sz="1400">
                <a:solidFill>
                  <a:srgbClr val="FFFFFF"/>
                </a:solidFill>
                <a:ea typeface="+mj-lt"/>
                <a:cs typeface="+mj-lt"/>
              </a:rPr>
              <a:t>It’s often claimed that sets for older kids are more complex; we want to test if sets for higher age ranges really do use more different pieces.</a:t>
            </a:r>
          </a:p>
          <a:p>
            <a:pPr>
              <a:lnSpc>
                <a:spcPct val="90000"/>
              </a:lnSpc>
              <a:buFont typeface="Wingdings" charset="2"/>
              <a:buChar char="v"/>
            </a:pPr>
            <a:endParaRPr lang="en-US" sz="1600" b="1">
              <a:solidFill>
                <a:srgbClr val="FFFFFF"/>
              </a:solidFill>
              <a:ea typeface="+mj-lt"/>
              <a:cs typeface="+mj-lt"/>
            </a:endParaRPr>
          </a:p>
        </p:txBody>
      </p:sp>
      <p:sp>
        <p:nvSpPr>
          <p:cNvPr id="12"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4" name="Picture 3" descr="A toy figurine holding a magnifying glass&#10;&#10;AI-generated content may be incorrect.">
            <a:extLst>
              <a:ext uri="{FF2B5EF4-FFF2-40B4-BE49-F238E27FC236}">
                <a16:creationId xmlns:a16="http://schemas.microsoft.com/office/drawing/2014/main" id="{36F990B3-949A-1BE2-6375-956E26C84330}"/>
              </a:ext>
            </a:extLst>
          </p:cNvPr>
          <p:cNvPicPr>
            <a:picLocks noChangeAspect="1"/>
          </p:cNvPicPr>
          <p:nvPr/>
        </p:nvPicPr>
        <p:blipFill>
          <a:blip r:embed="rId3"/>
          <a:srcRect b="7768"/>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pic>
        <p:nvPicPr>
          <p:cNvPr id="5" name="Picture 4" descr="A red and white logo&#10;&#10;AI-generated content may be incorrect.">
            <a:extLst>
              <a:ext uri="{FF2B5EF4-FFF2-40B4-BE49-F238E27FC236}">
                <a16:creationId xmlns:a16="http://schemas.microsoft.com/office/drawing/2014/main" id="{A544E28C-07C2-0EC0-1CDD-68D812F4E122}"/>
              </a:ext>
            </a:extLst>
          </p:cNvPr>
          <p:cNvPicPr>
            <a:picLocks noChangeAspect="1"/>
          </p:cNvPicPr>
          <p:nvPr/>
        </p:nvPicPr>
        <p:blipFill>
          <a:blip r:embed="rId4"/>
          <a:stretch>
            <a:fillRect/>
          </a:stretch>
        </p:blipFill>
        <p:spPr>
          <a:xfrm>
            <a:off x="10295860" y="177209"/>
            <a:ext cx="974652" cy="549349"/>
          </a:xfrm>
          <a:prstGeom prst="rect">
            <a:avLst/>
          </a:prstGeom>
        </p:spPr>
      </p:pic>
      <p:sp>
        <p:nvSpPr>
          <p:cNvPr id="6" name="TextBox 5">
            <a:extLst>
              <a:ext uri="{FF2B5EF4-FFF2-40B4-BE49-F238E27FC236}">
                <a16:creationId xmlns:a16="http://schemas.microsoft.com/office/drawing/2014/main" id="{A202E361-2C27-DB60-2337-85906393801B}"/>
              </a:ext>
            </a:extLst>
          </p:cNvPr>
          <p:cNvSpPr txBox="1"/>
          <p:nvPr/>
        </p:nvSpPr>
        <p:spPr>
          <a:xfrm>
            <a:off x="585215" y="390144"/>
            <a:ext cx="625449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200"/>
              <a:t>Proposed questions </a:t>
            </a:r>
            <a:endParaRPr lang="en-US" sz="3200"/>
          </a:p>
        </p:txBody>
      </p:sp>
    </p:spTree>
    <p:extLst>
      <p:ext uri="{BB962C8B-B14F-4D97-AF65-F5344CB8AC3E}">
        <p14:creationId xmlns:p14="http://schemas.microsoft.com/office/powerpoint/2010/main" val="617160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993DF-5085-EA6E-29A3-AEA023D61B6C}"/>
              </a:ext>
            </a:extLst>
          </p:cNvPr>
          <p:cNvSpPr>
            <a:spLocks noGrp="1"/>
          </p:cNvSpPr>
          <p:nvPr>
            <p:ph type="title"/>
          </p:nvPr>
        </p:nvSpPr>
        <p:spPr>
          <a:xfrm>
            <a:off x="646111" y="452718"/>
            <a:ext cx="9639184" cy="1400530"/>
          </a:xfrm>
        </p:spPr>
        <p:txBody>
          <a:bodyPr/>
          <a:lstStyle/>
          <a:p>
            <a:r>
              <a:rPr lang="en-US" sz="2400" b="1"/>
              <a:t>Q1)</a:t>
            </a:r>
            <a:br>
              <a:rPr lang="en-US" sz="2400" b="1"/>
            </a:br>
            <a:r>
              <a:rPr lang="en-US" sz="2400" b="1"/>
              <a:t>Is there a relationship between theme and the number of unique pieces?  Do Licensed sets feature more unique pieces?</a:t>
            </a:r>
            <a:endParaRPr lang="en-US" sz="2400"/>
          </a:p>
          <a:p>
            <a:endParaRPr lang="en-US" sz="2400" b="1"/>
          </a:p>
        </p:txBody>
      </p:sp>
      <p:sp>
        <p:nvSpPr>
          <p:cNvPr id="6" name="Content Placeholder 5">
            <a:extLst>
              <a:ext uri="{FF2B5EF4-FFF2-40B4-BE49-F238E27FC236}">
                <a16:creationId xmlns:a16="http://schemas.microsoft.com/office/drawing/2014/main" id="{9BC6AC25-7507-0399-DF75-175966A890EC}"/>
              </a:ext>
            </a:extLst>
          </p:cNvPr>
          <p:cNvSpPr>
            <a:spLocks noGrp="1"/>
          </p:cNvSpPr>
          <p:nvPr>
            <p:ph idx="1"/>
          </p:nvPr>
        </p:nvSpPr>
        <p:spPr>
          <a:xfrm>
            <a:off x="1103312" y="1862418"/>
            <a:ext cx="9791884" cy="4445512"/>
          </a:xfrm>
        </p:spPr>
        <p:txBody>
          <a:bodyPr vert="horz" lIns="91440" tIns="45720" rIns="91440" bIns="45720" rtlCol="0" anchor="t">
            <a:noAutofit/>
          </a:bodyPr>
          <a:lstStyle/>
          <a:p>
            <a:pPr>
              <a:buClr>
                <a:srgbClr val="8AD0D6"/>
              </a:buClr>
              <a:buFont typeface="Wingdings 3,Sans-Serif"/>
              <a:buChar char=""/>
            </a:pPr>
            <a:r>
              <a:rPr lang="en-US" sz="1800" b="1" u="sng"/>
              <a:t>Dataset Overview:</a:t>
            </a:r>
            <a:endParaRPr lang="en-US" sz="1800" u="sng"/>
          </a:p>
          <a:p>
            <a:pPr>
              <a:buClr>
                <a:srgbClr val="8AD0D6"/>
              </a:buClr>
              <a:buFont typeface="Arial,Sans-Serif"/>
              <a:buChar char="•"/>
            </a:pPr>
            <a:r>
              <a:rPr lang="en-US" sz="1600" b="1"/>
              <a:t>1,304 LEGO sets</a:t>
            </a:r>
            <a:r>
              <a:rPr lang="en-US" sz="1600"/>
              <a:t> from the 2020 product range</a:t>
            </a:r>
          </a:p>
          <a:p>
            <a:pPr>
              <a:buClr>
                <a:srgbClr val="8AD0D6"/>
              </a:buClr>
              <a:buFont typeface="Arial,Sans-Serif"/>
              <a:buChar char="•"/>
            </a:pPr>
            <a:r>
              <a:rPr lang="en-US" sz="1600">
                <a:solidFill>
                  <a:schemeClr val="bg1"/>
                </a:solidFill>
              </a:rPr>
              <a:t> </a:t>
            </a:r>
            <a:r>
              <a:rPr lang="en-US" sz="1600"/>
              <a:t>Covering </a:t>
            </a:r>
            <a:r>
              <a:rPr lang="en-US" sz="1600" b="1">
                <a:solidFill>
                  <a:srgbClr val="FFFF00"/>
                </a:solidFill>
              </a:rPr>
              <a:t>40 themes</a:t>
            </a:r>
          </a:p>
          <a:p>
            <a:pPr>
              <a:buClr>
                <a:srgbClr val="8AD0D6"/>
              </a:buClr>
              <a:buFont typeface="Arial,Sans-Serif"/>
              <a:buChar char="•"/>
            </a:pPr>
            <a:r>
              <a:rPr lang="en-US" sz="1600"/>
              <a:t> Variables including </a:t>
            </a:r>
            <a:r>
              <a:rPr lang="en-US" sz="1600" b="1" i="1">
                <a:solidFill>
                  <a:srgbClr val="8AD0D6"/>
                </a:solidFill>
              </a:rPr>
              <a:t>unique pieces</a:t>
            </a:r>
            <a:r>
              <a:rPr lang="en-US" sz="1600" b="1"/>
              <a:t>, </a:t>
            </a:r>
            <a:r>
              <a:rPr lang="en-US" sz="1600" b="1" i="1">
                <a:solidFill>
                  <a:srgbClr val="8AD0D6"/>
                </a:solidFill>
              </a:rPr>
              <a:t>theme</a:t>
            </a:r>
            <a:r>
              <a:rPr lang="en-US" sz="1600" b="1"/>
              <a:t> </a:t>
            </a:r>
            <a:r>
              <a:rPr lang="en-US" sz="1600"/>
              <a:t>&amp; </a:t>
            </a:r>
            <a:r>
              <a:rPr lang="en-US" sz="1600" b="1" i="1">
                <a:solidFill>
                  <a:srgbClr val="8AD0D6"/>
                </a:solidFill>
              </a:rPr>
              <a:t>licensing status</a:t>
            </a:r>
            <a:r>
              <a:rPr lang="en-US" sz="1600" i="1"/>
              <a:t> </a:t>
            </a:r>
            <a:r>
              <a:rPr lang="en-US" sz="1600"/>
              <a:t>(licensed vs non-licensed).</a:t>
            </a:r>
          </a:p>
          <a:p>
            <a:pPr>
              <a:buClr>
                <a:srgbClr val="8AD0D6"/>
              </a:buClr>
              <a:buFont typeface="Wingdings 3"/>
              <a:buChar char=""/>
            </a:pPr>
            <a:r>
              <a:rPr lang="en-US" sz="1800" b="1" u="sng">
                <a:ea typeface="+mj-lt"/>
                <a:cs typeface="+mj-lt"/>
              </a:rPr>
              <a:t>Initial Exploration:</a:t>
            </a:r>
            <a:br>
              <a:rPr lang="en-US" sz="1600" b="1">
                <a:ea typeface="+mj-lt"/>
                <a:cs typeface="+mj-lt"/>
              </a:rPr>
            </a:br>
            <a:r>
              <a:rPr lang="en-US" sz="1600">
                <a:ea typeface="+mj-lt"/>
                <a:cs typeface="+mj-lt"/>
              </a:rPr>
              <a:t>We began by comparing </a:t>
            </a:r>
            <a:r>
              <a:rPr lang="en-US" sz="1600" b="1">
                <a:solidFill>
                  <a:srgbClr val="FFFF00"/>
                </a:solidFill>
                <a:ea typeface="+mj-lt"/>
                <a:cs typeface="+mj-lt"/>
              </a:rPr>
              <a:t>total pieces</a:t>
            </a:r>
            <a:r>
              <a:rPr lang="en-US" sz="1600">
                <a:ea typeface="+mj-lt"/>
                <a:cs typeface="+mj-lt"/>
              </a:rPr>
              <a:t> across </a:t>
            </a:r>
            <a:r>
              <a:rPr lang="en-US" sz="1600" u="sng">
                <a:ea typeface="+mj-lt"/>
                <a:cs typeface="+mj-lt"/>
              </a:rPr>
              <a:t>licensed </a:t>
            </a:r>
            <a:r>
              <a:rPr lang="en-US" sz="1600">
                <a:ea typeface="+mj-lt"/>
                <a:cs typeface="+mj-lt"/>
              </a:rPr>
              <a:t>and</a:t>
            </a:r>
            <a:r>
              <a:rPr lang="en-US" sz="1600" u="sng">
                <a:ea typeface="+mj-lt"/>
                <a:cs typeface="+mj-lt"/>
              </a:rPr>
              <a:t> non-licensed</a:t>
            </a:r>
            <a:r>
              <a:rPr lang="en-US" sz="1600">
                <a:ea typeface="+mj-lt"/>
                <a:cs typeface="+mj-lt"/>
              </a:rPr>
              <a:t> sets to identify broad differences in </a:t>
            </a:r>
            <a:r>
              <a:rPr lang="en-US" sz="1800" b="1" i="1">
                <a:solidFill>
                  <a:srgbClr val="8AD0D6"/>
                </a:solidFill>
                <a:ea typeface="+mj-lt"/>
                <a:cs typeface="+mj-lt"/>
              </a:rPr>
              <a:t>overall</a:t>
            </a:r>
            <a:r>
              <a:rPr lang="en-US" sz="1600">
                <a:ea typeface="+mj-lt"/>
                <a:cs typeface="+mj-lt"/>
              </a:rPr>
              <a:t> set size.</a:t>
            </a:r>
            <a:endParaRPr lang="en-US" sz="1600"/>
          </a:p>
          <a:p>
            <a:pPr>
              <a:buClr>
                <a:srgbClr val="8AD0D6"/>
              </a:buClr>
              <a:buFont typeface="Wingdings 3"/>
              <a:buChar char=""/>
            </a:pPr>
            <a:r>
              <a:rPr lang="en-US" sz="1800" b="1" u="sng">
                <a:ea typeface="+mj-lt"/>
                <a:cs typeface="+mj-lt"/>
              </a:rPr>
              <a:t>Motivation for Further Analysis:</a:t>
            </a:r>
            <a:br>
              <a:rPr lang="en-US" sz="1600" b="1">
                <a:ea typeface="+mj-lt"/>
                <a:cs typeface="+mj-lt"/>
              </a:rPr>
            </a:br>
            <a:r>
              <a:rPr lang="en-US" sz="1600" b="1">
                <a:ea typeface="+mj-lt"/>
                <a:cs typeface="+mj-lt"/>
              </a:rPr>
              <a:t>Licensed sets</a:t>
            </a:r>
            <a:r>
              <a:rPr lang="en-US" sz="1600">
                <a:ea typeface="+mj-lt"/>
                <a:cs typeface="+mj-lt"/>
              </a:rPr>
              <a:t> were found to contain </a:t>
            </a:r>
            <a:r>
              <a:rPr lang="en-US" sz="1600" b="1" u="sng">
                <a:solidFill>
                  <a:srgbClr val="FFFF00"/>
                </a:solidFill>
                <a:ea typeface="+mj-lt"/>
                <a:cs typeface="+mj-lt"/>
              </a:rPr>
              <a:t>more</a:t>
            </a:r>
            <a:r>
              <a:rPr lang="en-US" sz="1600">
                <a:solidFill>
                  <a:srgbClr val="FFFF00"/>
                </a:solidFill>
                <a:ea typeface="+mj-lt"/>
                <a:cs typeface="+mj-lt"/>
              </a:rPr>
              <a:t> </a:t>
            </a:r>
            <a:r>
              <a:rPr lang="en-US" sz="1600" b="1">
                <a:solidFill>
                  <a:srgbClr val="FFFF00"/>
                </a:solidFill>
                <a:ea typeface="+mj-lt"/>
                <a:cs typeface="+mj-lt"/>
              </a:rPr>
              <a:t>total pieces</a:t>
            </a:r>
            <a:r>
              <a:rPr lang="en-US" sz="1600">
                <a:solidFill>
                  <a:srgbClr val="FFFF00"/>
                </a:solidFill>
                <a:ea typeface="+mj-lt"/>
                <a:cs typeface="+mj-lt"/>
              </a:rPr>
              <a:t> on average</a:t>
            </a:r>
            <a:r>
              <a:rPr lang="en-US" sz="1600" b="1">
                <a:ea typeface="+mj-lt"/>
                <a:cs typeface="+mj-lt"/>
              </a:rPr>
              <a:t>,</a:t>
            </a:r>
            <a:r>
              <a:rPr lang="en-US" sz="1600">
                <a:ea typeface="+mj-lt"/>
                <a:cs typeface="+mj-lt"/>
              </a:rPr>
              <a:t> raising the question of:  </a:t>
            </a:r>
            <a:r>
              <a:rPr lang="en-GB" sz="1600" b="1">
                <a:ea typeface="+mj-lt"/>
                <a:cs typeface="+mj-lt"/>
              </a:rPr>
              <a:t>"</a:t>
            </a:r>
            <a:r>
              <a:rPr lang="en-GB" sz="1800" b="1">
                <a:ea typeface="+mj-lt"/>
                <a:cs typeface="+mj-lt"/>
              </a:rPr>
              <a:t>Do licensed sets also contain </a:t>
            </a:r>
            <a:r>
              <a:rPr lang="en-GB" sz="1800" b="1" u="sng">
                <a:ea typeface="+mj-lt"/>
                <a:cs typeface="+mj-lt"/>
              </a:rPr>
              <a:t>more</a:t>
            </a:r>
            <a:r>
              <a:rPr lang="en-GB" sz="1800" b="1">
                <a:solidFill>
                  <a:schemeClr val="bg1"/>
                </a:solidFill>
                <a:ea typeface="+mj-lt"/>
                <a:cs typeface="+mj-lt"/>
              </a:rPr>
              <a:t> </a:t>
            </a:r>
            <a:r>
              <a:rPr lang="en-GB" b="1" i="1">
                <a:solidFill>
                  <a:srgbClr val="8AD0D6"/>
                </a:solidFill>
                <a:ea typeface="+mj-lt"/>
                <a:cs typeface="+mj-lt"/>
              </a:rPr>
              <a:t>unique</a:t>
            </a:r>
            <a:r>
              <a:rPr lang="en-GB" sz="1800" b="1">
                <a:solidFill>
                  <a:schemeClr val="bg1"/>
                </a:solidFill>
                <a:ea typeface="+mj-lt"/>
                <a:cs typeface="+mj-lt"/>
              </a:rPr>
              <a:t> </a:t>
            </a:r>
            <a:r>
              <a:rPr lang="en-GB" sz="1800" b="1">
                <a:ea typeface="+mj-lt"/>
                <a:cs typeface="+mj-lt"/>
              </a:rPr>
              <a:t>pieces than non-licensed sets?"</a:t>
            </a:r>
            <a:r>
              <a:rPr lang="en-US" sz="1600">
                <a:ea typeface="+mj-lt"/>
                <a:cs typeface="+mj-lt"/>
              </a:rPr>
              <a:t>.</a:t>
            </a:r>
            <a:endParaRPr lang="en-US" sz="1600"/>
          </a:p>
          <a:p>
            <a:pPr>
              <a:buClr>
                <a:srgbClr val="8AD0D6"/>
              </a:buClr>
              <a:buFont typeface="Wingdings 3"/>
              <a:buChar char=""/>
            </a:pPr>
            <a:r>
              <a:rPr lang="en-US" sz="1800" b="1" u="sng">
                <a:ea typeface="+mj-lt"/>
                <a:cs typeface="+mj-lt"/>
              </a:rPr>
              <a:t>Analytical Progression:</a:t>
            </a:r>
            <a:br>
              <a:rPr lang="en-US" sz="1600" b="1">
                <a:ea typeface="+mj-lt"/>
                <a:cs typeface="+mj-lt"/>
              </a:rPr>
            </a:br>
            <a:r>
              <a:rPr lang="en-US" sz="1600">
                <a:ea typeface="+mj-lt"/>
                <a:cs typeface="+mj-lt"/>
              </a:rPr>
              <a:t>The analysis therefore proceeds from</a:t>
            </a:r>
            <a:r>
              <a:rPr lang="en-US" sz="1600" b="1">
                <a:ea typeface="+mj-lt"/>
                <a:cs typeface="+mj-lt"/>
              </a:rPr>
              <a:t> total pieces</a:t>
            </a:r>
            <a:r>
              <a:rPr lang="en-US" sz="1600">
                <a:ea typeface="+mj-lt"/>
                <a:cs typeface="+mj-lt"/>
              </a:rPr>
              <a:t>, to </a:t>
            </a:r>
            <a:r>
              <a:rPr lang="en-US" sz="1600" b="1">
                <a:ea typeface="+mj-lt"/>
                <a:cs typeface="+mj-lt"/>
              </a:rPr>
              <a:t>unique pieces</a:t>
            </a:r>
            <a:r>
              <a:rPr lang="en-US" sz="1600">
                <a:ea typeface="+mj-lt"/>
                <a:cs typeface="+mj-lt"/>
              </a:rPr>
              <a:t>, and finally to </a:t>
            </a:r>
            <a:r>
              <a:rPr lang="en-US" sz="1600" b="1">
                <a:ea typeface="+mj-lt"/>
                <a:cs typeface="+mj-lt"/>
              </a:rPr>
              <a:t>theme-level analysis</a:t>
            </a:r>
            <a:r>
              <a:rPr lang="en-US" sz="1600">
                <a:ea typeface="+mj-lt"/>
                <a:cs typeface="+mj-lt"/>
              </a:rPr>
              <a:t>, examining how theme and licensing status jointly relate to unique piece counts.</a:t>
            </a:r>
            <a:endParaRPr lang="en-US" sz="1600"/>
          </a:p>
          <a:p>
            <a:pPr>
              <a:buClr>
                <a:srgbClr val="8AD0D6"/>
              </a:buClr>
              <a:buFont typeface="Wingdings 3"/>
              <a:buChar char=""/>
            </a:pPr>
            <a:endParaRPr lang="en-US" sz="1500" b="1">
              <a:solidFill>
                <a:srgbClr val="FFFFFF"/>
              </a:solidFill>
            </a:endParaRPr>
          </a:p>
          <a:p>
            <a:pPr>
              <a:buClr>
                <a:srgbClr val="8AD0D6"/>
              </a:buClr>
              <a:buFont typeface="Arial,Sans-Serif"/>
              <a:buChar char="•"/>
            </a:pPr>
            <a:endParaRPr lang="en-US" sz="1500">
              <a:solidFill>
                <a:schemeClr val="bg1"/>
              </a:solidFill>
            </a:endParaRPr>
          </a:p>
          <a:p>
            <a:pPr marL="0" indent="0">
              <a:buNone/>
            </a:pPr>
            <a:endParaRPr lang="en-US" sz="1500" b="1"/>
          </a:p>
        </p:txBody>
      </p:sp>
      <p:pic>
        <p:nvPicPr>
          <p:cNvPr id="4" name="Picture 3" descr="A red and white logo&#10;&#10;AI-generated content may be incorrect.">
            <a:extLst>
              <a:ext uri="{FF2B5EF4-FFF2-40B4-BE49-F238E27FC236}">
                <a16:creationId xmlns:a16="http://schemas.microsoft.com/office/drawing/2014/main" id="{55B88304-D6D3-1182-5F9B-29D20BDBFD1C}"/>
              </a:ext>
            </a:extLst>
          </p:cNvPr>
          <p:cNvPicPr>
            <a:picLocks noChangeAspect="1"/>
          </p:cNvPicPr>
          <p:nvPr/>
        </p:nvPicPr>
        <p:blipFill>
          <a:blip r:embed="rId2"/>
          <a:stretch>
            <a:fillRect/>
          </a:stretch>
        </p:blipFill>
        <p:spPr>
          <a:xfrm>
            <a:off x="10291085" y="176208"/>
            <a:ext cx="974652" cy="549349"/>
          </a:xfrm>
          <a:prstGeom prst="rect">
            <a:avLst/>
          </a:prstGeom>
        </p:spPr>
      </p:pic>
    </p:spTree>
    <p:extLst>
      <p:ext uri="{BB962C8B-B14F-4D97-AF65-F5344CB8AC3E}">
        <p14:creationId xmlns:p14="http://schemas.microsoft.com/office/powerpoint/2010/main" val="1601408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E68C30-34F9-4B7D-DC41-9C9412F06D65}"/>
              </a:ext>
            </a:extLst>
          </p:cNvPr>
          <p:cNvSpPr>
            <a:spLocks noGrp="1"/>
          </p:cNvSpPr>
          <p:nvPr>
            <p:ph type="title"/>
          </p:nvPr>
        </p:nvSpPr>
        <p:spPr>
          <a:xfrm>
            <a:off x="349256" y="251659"/>
            <a:ext cx="4166510" cy="991190"/>
          </a:xfrm>
        </p:spPr>
        <p:txBody>
          <a:bodyPr>
            <a:normAutofit/>
          </a:bodyPr>
          <a:lstStyle/>
          <a:p>
            <a:pPr>
              <a:lnSpc>
                <a:spcPct val="90000"/>
              </a:lnSpc>
            </a:pPr>
            <a:r>
              <a:rPr lang="en-US" sz="2900" b="1">
                <a:solidFill>
                  <a:srgbClr val="EBEBEB"/>
                </a:solidFill>
              </a:rPr>
              <a:t>Dataset Cleaning &amp; Categorisation</a:t>
            </a:r>
            <a:endParaRPr lang="en-GB" sz="2900">
              <a:solidFill>
                <a:srgbClr val="EBEBEB"/>
              </a:solidFill>
            </a:endParaRPr>
          </a:p>
        </p:txBody>
      </p:sp>
      <p:sp>
        <p:nvSpPr>
          <p:cNvPr id="40"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42" name="Freeform: Shape 41">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a:p>
        </p:txBody>
      </p:sp>
      <p:pic>
        <p:nvPicPr>
          <p:cNvPr id="14" name="Content Placeholder 13" descr="A graph of a number of pieces&#10;&#10;Description automatically generated">
            <a:extLst>
              <a:ext uri="{FF2B5EF4-FFF2-40B4-BE49-F238E27FC236}">
                <a16:creationId xmlns:a16="http://schemas.microsoft.com/office/drawing/2014/main" id="{562860BA-8466-F0BF-0177-1E7DC5A960F7}"/>
              </a:ext>
            </a:extLst>
          </p:cNvPr>
          <p:cNvPicPr>
            <a:picLocks noChangeAspect="1"/>
          </p:cNvPicPr>
          <p:nvPr/>
        </p:nvPicPr>
        <p:blipFill>
          <a:blip r:embed="rId3"/>
          <a:stretch>
            <a:fillRect/>
          </a:stretch>
        </p:blipFill>
        <p:spPr>
          <a:xfrm>
            <a:off x="5514839" y="1250094"/>
            <a:ext cx="6636789" cy="4457785"/>
          </a:xfrm>
          <a:prstGeom prst="rect">
            <a:avLst/>
          </a:prstGeom>
          <a:ln>
            <a:solidFill>
              <a:schemeClr val="tx2"/>
            </a:solidFill>
          </a:ln>
          <a:effectLst/>
        </p:spPr>
      </p:pic>
      <p:sp>
        <p:nvSpPr>
          <p:cNvPr id="44" name="Rectangle 43">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Content Placeholder 5">
            <a:extLst>
              <a:ext uri="{FF2B5EF4-FFF2-40B4-BE49-F238E27FC236}">
                <a16:creationId xmlns:a16="http://schemas.microsoft.com/office/drawing/2014/main" id="{165C1150-EB90-62FA-ADCC-01CA903395BC}"/>
              </a:ext>
            </a:extLst>
          </p:cNvPr>
          <p:cNvSpPr>
            <a:spLocks noGrp="1"/>
          </p:cNvSpPr>
          <p:nvPr>
            <p:ph idx="1"/>
          </p:nvPr>
        </p:nvSpPr>
        <p:spPr>
          <a:xfrm>
            <a:off x="343877" y="1243294"/>
            <a:ext cx="4517416" cy="5374198"/>
          </a:xfrm>
        </p:spPr>
        <p:txBody>
          <a:bodyPr vert="horz" lIns="91440" tIns="45720" rIns="91440" bIns="45720" rtlCol="0" anchor="t">
            <a:noAutofit/>
          </a:bodyPr>
          <a:lstStyle/>
          <a:p>
            <a:pPr marL="0" indent="0">
              <a:buNone/>
            </a:pPr>
            <a:r>
              <a:rPr lang="en-US" sz="1500" b="1">
                <a:solidFill>
                  <a:schemeClr val="bg1"/>
                </a:solidFill>
              </a:rPr>
              <a:t>Our initial dataset </a:t>
            </a:r>
            <a:r>
              <a:rPr lang="en-US" sz="1500" b="1">
                <a:solidFill>
                  <a:srgbClr val="8AD0D6"/>
                </a:solidFill>
              </a:rPr>
              <a:t>required</a:t>
            </a:r>
            <a:r>
              <a:rPr lang="en-US" sz="1500" b="1"/>
              <a:t> </a:t>
            </a:r>
            <a:r>
              <a:rPr lang="en-US" sz="1500" b="1">
                <a:solidFill>
                  <a:schemeClr val="bg1"/>
                </a:solidFill>
              </a:rPr>
              <a:t>:</a:t>
            </a:r>
            <a:endParaRPr lang="en-US" sz="1500">
              <a:solidFill>
                <a:schemeClr val="bg1"/>
              </a:solidFill>
            </a:endParaRPr>
          </a:p>
          <a:p>
            <a:pPr>
              <a:buClr>
                <a:srgbClr val="8AD0D6"/>
              </a:buClr>
            </a:pPr>
            <a:r>
              <a:rPr lang="en-US" sz="1600" b="1" u="sng">
                <a:solidFill>
                  <a:schemeClr val="bg1"/>
                </a:solidFill>
              </a:rPr>
              <a:t>Theme Name </a:t>
            </a:r>
            <a:r>
              <a:rPr lang="en-US" sz="1600" b="1" u="sng" err="1">
                <a:solidFill>
                  <a:schemeClr val="bg1"/>
                </a:solidFill>
              </a:rPr>
              <a:t>Standardisation</a:t>
            </a:r>
            <a:r>
              <a:rPr lang="en-US" sz="1600" b="1">
                <a:solidFill>
                  <a:schemeClr val="bg1"/>
                </a:solidFill>
              </a:rPr>
              <a:t>:</a:t>
            </a:r>
            <a:br>
              <a:rPr lang="en-US" sz="1500" b="1"/>
            </a:br>
            <a:r>
              <a:rPr lang="en-US" sz="1500" b="1">
                <a:solidFill>
                  <a:schemeClr val="bg1"/>
                </a:solidFill>
              </a:rPr>
              <a:t> Special characters (™, ®, !) were removed from theme names to ensure consistent naming across all themes </a:t>
            </a:r>
            <a:r>
              <a:rPr lang="en-US" sz="1500">
                <a:solidFill>
                  <a:schemeClr val="bg1"/>
                </a:solidFill>
              </a:rPr>
              <a:t>(e.g.,</a:t>
            </a:r>
            <a:r>
              <a:rPr lang="en-US" sz="1500" b="1">
                <a:solidFill>
                  <a:schemeClr val="bg1"/>
                </a:solidFill>
              </a:rPr>
              <a:t> </a:t>
            </a:r>
            <a:r>
              <a:rPr lang="en-US" sz="1500" i="1">
                <a:solidFill>
                  <a:schemeClr val="bg1"/>
                </a:solidFill>
              </a:rPr>
              <a:t>Star Wars™ → Star Wars</a:t>
            </a:r>
            <a:r>
              <a:rPr lang="en-US" sz="1500">
                <a:solidFill>
                  <a:schemeClr val="bg1"/>
                </a:solidFill>
              </a:rPr>
              <a:t>, </a:t>
            </a:r>
            <a:r>
              <a:rPr lang="en-US" sz="1500" i="1">
                <a:solidFill>
                  <a:schemeClr val="bg1"/>
                </a:solidFill>
              </a:rPr>
              <a:t>DUPLO® → DUPLO</a:t>
            </a:r>
            <a:r>
              <a:rPr lang="en-US" sz="1500">
                <a:solidFill>
                  <a:schemeClr val="bg1"/>
                </a:solidFill>
              </a:rPr>
              <a:t>), enabling accurate matching and analysis.</a:t>
            </a:r>
          </a:p>
          <a:p>
            <a:pPr>
              <a:buClr>
                <a:srgbClr val="8AD0D6"/>
              </a:buClr>
            </a:pPr>
            <a:r>
              <a:rPr lang="en-US" sz="1600" b="1" u="sng">
                <a:solidFill>
                  <a:schemeClr val="bg1"/>
                </a:solidFill>
              </a:rPr>
              <a:t>Theme Categorisation</a:t>
            </a:r>
            <a:r>
              <a:rPr lang="en-US" sz="1600" b="1">
                <a:solidFill>
                  <a:schemeClr val="bg1"/>
                </a:solidFill>
              </a:rPr>
              <a:t>:</a:t>
            </a:r>
            <a:br>
              <a:rPr lang="en-US" sz="1500" b="1"/>
            </a:br>
            <a:r>
              <a:rPr lang="en-US" sz="1500" b="1">
                <a:solidFill>
                  <a:schemeClr val="bg1"/>
                </a:solidFill>
              </a:rPr>
              <a:t> A total of </a:t>
            </a:r>
            <a:r>
              <a:rPr lang="en-US" sz="1600" b="1">
                <a:solidFill>
                  <a:srgbClr val="8AD0D6"/>
                </a:solidFill>
              </a:rPr>
              <a:t>40 themes</a:t>
            </a:r>
            <a:r>
              <a:rPr lang="en-US" sz="1500">
                <a:solidFill>
                  <a:schemeClr val="bg1"/>
                </a:solidFill>
              </a:rPr>
              <a:t> were identified and classified into two categories: </a:t>
            </a:r>
            <a:r>
              <a:rPr lang="en-US" sz="1600" b="1">
                <a:solidFill>
                  <a:srgbClr val="8AD0D6"/>
                </a:solidFill>
              </a:rPr>
              <a:t>20 licensed themes</a:t>
            </a:r>
            <a:r>
              <a:rPr lang="en-US" sz="1500">
                <a:solidFill>
                  <a:schemeClr val="bg1"/>
                </a:solidFill>
              </a:rPr>
              <a:t> (external intellectual property) and </a:t>
            </a:r>
            <a:r>
              <a:rPr lang="en-US" sz="1600" b="1">
                <a:solidFill>
                  <a:srgbClr val="8AD0D6"/>
                </a:solidFill>
              </a:rPr>
              <a:t>20 non-licensed</a:t>
            </a:r>
            <a:r>
              <a:rPr lang="en-US" sz="1500" b="1">
                <a:solidFill>
                  <a:schemeClr val="bg1"/>
                </a:solidFill>
              </a:rPr>
              <a:t> (LEGO original) themes </a:t>
            </a:r>
            <a:r>
              <a:rPr lang="en-GB" sz="1500">
                <a:solidFill>
                  <a:schemeClr val="bg1"/>
                </a:solidFill>
              </a:rPr>
              <a:t>[2</a:t>
            </a:r>
            <a:r>
              <a:rPr lang="en-US" sz="1500">
                <a:solidFill>
                  <a:schemeClr val="bg1"/>
                </a:solidFill>
              </a:rPr>
              <a:t>]</a:t>
            </a:r>
            <a:r>
              <a:rPr lang="en-US" sz="1500" b="1">
                <a:solidFill>
                  <a:schemeClr val="bg1"/>
                </a:solidFill>
              </a:rPr>
              <a:t>.</a:t>
            </a:r>
            <a:r>
              <a:rPr lang="en-US" sz="1500">
                <a:solidFill>
                  <a:schemeClr val="bg1"/>
                </a:solidFill>
              </a:rPr>
              <a:t> These were categorised through a </a:t>
            </a:r>
            <a:r>
              <a:rPr lang="en-US" sz="1500" u="sng">
                <a:solidFill>
                  <a:schemeClr val="bg1"/>
                </a:solidFill>
              </a:rPr>
              <a:t>binary indicator</a:t>
            </a:r>
            <a:r>
              <a:rPr lang="en-US" sz="1500">
                <a:solidFill>
                  <a:schemeClr val="bg1"/>
                </a:solidFill>
              </a:rPr>
              <a:t> (</a:t>
            </a:r>
            <a:r>
              <a:rPr lang="en-US" sz="1500">
                <a:solidFill>
                  <a:srgbClr val="FFFF00"/>
                </a:solidFill>
              </a:rPr>
              <a:t>1 = Licensed, 0 = Non-Licensed</a:t>
            </a:r>
            <a:r>
              <a:rPr lang="en-US" sz="1500">
                <a:solidFill>
                  <a:schemeClr val="bg1"/>
                </a:solidFill>
              </a:rPr>
              <a:t>)</a:t>
            </a:r>
            <a:r>
              <a:rPr lang="en-US" sz="1500" b="1">
                <a:solidFill>
                  <a:schemeClr val="bg1"/>
                </a:solidFill>
              </a:rPr>
              <a:t> </a:t>
            </a:r>
            <a:r>
              <a:rPr lang="en-US" sz="1500">
                <a:solidFill>
                  <a:schemeClr val="bg1"/>
                </a:solidFill>
              </a:rPr>
              <a:t>.</a:t>
            </a:r>
            <a:endParaRPr lang="en-US">
              <a:solidFill>
                <a:schemeClr val="bg1"/>
              </a:solidFill>
            </a:endParaRPr>
          </a:p>
          <a:p>
            <a:pPr>
              <a:buClr>
                <a:srgbClr val="8AD0D6"/>
              </a:buClr>
            </a:pPr>
            <a:r>
              <a:rPr lang="en-US" sz="1600" b="1" u="sng">
                <a:solidFill>
                  <a:schemeClr val="bg1"/>
                </a:solidFill>
              </a:rPr>
              <a:t>Initial Categorised Dataset Contains: </a:t>
            </a:r>
            <a:endParaRPr lang="en-US" sz="1600" u="sng">
              <a:solidFill>
                <a:schemeClr val="bg1"/>
              </a:solidFill>
            </a:endParaRPr>
          </a:p>
          <a:p>
            <a:pPr>
              <a:buClr>
                <a:srgbClr val="8AD0D6"/>
              </a:buClr>
              <a:buFont typeface="Arial,Sans-Serif" charset="2"/>
              <a:buChar char="•"/>
            </a:pPr>
            <a:r>
              <a:rPr lang="en-US" sz="1500" b="1">
                <a:solidFill>
                  <a:schemeClr val="bg1"/>
                </a:solidFill>
              </a:rPr>
              <a:t>1,304 Lego sets</a:t>
            </a:r>
            <a:endParaRPr lang="en-US" sz="1500">
              <a:solidFill>
                <a:schemeClr val="bg1"/>
              </a:solidFill>
            </a:endParaRPr>
          </a:p>
          <a:p>
            <a:pPr>
              <a:buClr>
                <a:srgbClr val="8AD0D6"/>
              </a:buClr>
              <a:buFont typeface="Arial,Sans-Serif" charset="2"/>
              <a:buChar char="•"/>
            </a:pPr>
            <a:r>
              <a:rPr lang="en-US" sz="1500">
                <a:solidFill>
                  <a:schemeClr val="bg1"/>
                </a:solidFill>
              </a:rPr>
              <a:t> </a:t>
            </a:r>
            <a:r>
              <a:rPr lang="en-US" sz="1500" b="1">
                <a:solidFill>
                  <a:schemeClr val="bg1"/>
                </a:solidFill>
              </a:rPr>
              <a:t>431 Licensed LEGO sets (33.1%)</a:t>
            </a:r>
            <a:r>
              <a:rPr lang="en-US" sz="1500">
                <a:solidFill>
                  <a:schemeClr val="bg1"/>
                </a:solidFill>
              </a:rPr>
              <a:t> </a:t>
            </a:r>
          </a:p>
          <a:p>
            <a:pPr>
              <a:buClr>
                <a:srgbClr val="8AD0D6"/>
              </a:buClr>
              <a:buFont typeface="Arial,Sans-Serif" charset="2"/>
              <a:buChar char="•"/>
            </a:pPr>
            <a:r>
              <a:rPr lang="en-US" sz="1500">
                <a:solidFill>
                  <a:schemeClr val="bg1"/>
                </a:solidFill>
              </a:rPr>
              <a:t> </a:t>
            </a:r>
            <a:r>
              <a:rPr lang="en-US" sz="1500" b="1">
                <a:solidFill>
                  <a:schemeClr val="bg1"/>
                </a:solidFill>
              </a:rPr>
              <a:t>873 Non-licensed LEGO sets (66.9%)</a:t>
            </a:r>
          </a:p>
        </p:txBody>
      </p:sp>
      <p:sp>
        <p:nvSpPr>
          <p:cNvPr id="6" name="TextBox 5">
            <a:extLst>
              <a:ext uri="{FF2B5EF4-FFF2-40B4-BE49-F238E27FC236}">
                <a16:creationId xmlns:a16="http://schemas.microsoft.com/office/drawing/2014/main" id="{10641C10-8C33-A874-4DA2-BC6EBFF47765}"/>
              </a:ext>
            </a:extLst>
          </p:cNvPr>
          <p:cNvSpPr txBox="1"/>
          <p:nvPr/>
        </p:nvSpPr>
        <p:spPr>
          <a:xfrm>
            <a:off x="5532278" y="5807234"/>
            <a:ext cx="6410960"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solidFill>
                  <a:srgbClr val="000000"/>
                </a:solidFill>
              </a:rPr>
              <a:t>Figure 1</a:t>
            </a:r>
            <a:r>
              <a:rPr lang="en-GB" sz="1200">
                <a:solidFill>
                  <a:srgbClr val="000000"/>
                </a:solidFill>
              </a:rPr>
              <a:t>: </a:t>
            </a:r>
            <a:r>
              <a:rPr lang="en-GB" sz="1200">
                <a:solidFill>
                  <a:srgbClr val="000000"/>
                </a:solidFill>
                <a:ea typeface="+mn-lt"/>
                <a:cs typeface="+mn-lt"/>
              </a:rPr>
              <a:t>Bar-chart depicting licensed sets average 455 total pieces compared to 356 pieces for non-licensed sets, showing a clear difference of 99 pieces. This initial comparison suggests that licensed sets are generally larger and more complex products overall.</a:t>
            </a:r>
            <a:endParaRPr lang="en-GB">
              <a:ea typeface="+mn-lt"/>
              <a:cs typeface="+mn-lt"/>
            </a:endParaRPr>
          </a:p>
          <a:p>
            <a:pPr marL="285750" indent="-285750">
              <a:buFont typeface="Arial"/>
              <a:buChar char="•"/>
            </a:pPr>
            <a:endParaRPr lang="en-GB"/>
          </a:p>
        </p:txBody>
      </p:sp>
      <p:pic>
        <p:nvPicPr>
          <p:cNvPr id="5" name="Picture 4" descr="A red and white logo&#10;&#10;AI-generated content may be incorrect.">
            <a:extLst>
              <a:ext uri="{FF2B5EF4-FFF2-40B4-BE49-F238E27FC236}">
                <a16:creationId xmlns:a16="http://schemas.microsoft.com/office/drawing/2014/main" id="{998CAC42-C15F-C98C-CFF9-2ECE7DE6D054}"/>
              </a:ext>
            </a:extLst>
          </p:cNvPr>
          <p:cNvPicPr>
            <a:picLocks noChangeAspect="1"/>
          </p:cNvPicPr>
          <p:nvPr/>
        </p:nvPicPr>
        <p:blipFill>
          <a:blip r:embed="rId4"/>
          <a:stretch>
            <a:fillRect/>
          </a:stretch>
        </p:blipFill>
        <p:spPr>
          <a:xfrm>
            <a:off x="10295860" y="177209"/>
            <a:ext cx="974652" cy="549349"/>
          </a:xfrm>
          <a:prstGeom prst="rect">
            <a:avLst/>
          </a:prstGeom>
        </p:spPr>
      </p:pic>
    </p:spTree>
    <p:extLst>
      <p:ext uri="{BB962C8B-B14F-4D97-AF65-F5344CB8AC3E}">
        <p14:creationId xmlns:p14="http://schemas.microsoft.com/office/powerpoint/2010/main" val="2155691582"/>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76099-23DA-3FD6-7EB1-38FFB9A82F9F}"/>
            </a:ext>
          </a:extLst>
        </p:cNvPr>
        <p:cNvGrpSpPr/>
        <p:nvPr/>
      </p:nvGrpSpPr>
      <p:grpSpPr>
        <a:xfrm>
          <a:off x="0" y="0"/>
          <a:ext cx="0" cy="0"/>
          <a:chOff x="0" y="0"/>
          <a:chExt cx="0" cy="0"/>
        </a:xfrm>
      </p:grpSpPr>
      <p:pic>
        <p:nvPicPr>
          <p:cNvPr id="4" name="Picture 3" descr="A red and white logo&#10;&#10;AI-generated content may be incorrect.">
            <a:extLst>
              <a:ext uri="{FF2B5EF4-FFF2-40B4-BE49-F238E27FC236}">
                <a16:creationId xmlns:a16="http://schemas.microsoft.com/office/drawing/2014/main" id="{5273B1FC-F90B-A400-851D-AD69701B2150}"/>
              </a:ext>
            </a:extLst>
          </p:cNvPr>
          <p:cNvPicPr>
            <a:picLocks noChangeAspect="1"/>
          </p:cNvPicPr>
          <p:nvPr/>
        </p:nvPicPr>
        <p:blipFill>
          <a:blip r:embed="rId2"/>
          <a:stretch>
            <a:fillRect/>
          </a:stretch>
        </p:blipFill>
        <p:spPr>
          <a:xfrm>
            <a:off x="10291085" y="176208"/>
            <a:ext cx="974652" cy="549349"/>
          </a:xfrm>
          <a:prstGeom prst="rect">
            <a:avLst/>
          </a:prstGeom>
        </p:spPr>
      </p:pic>
      <p:sp>
        <p:nvSpPr>
          <p:cNvPr id="5" name="Title 1">
            <a:extLst>
              <a:ext uri="{FF2B5EF4-FFF2-40B4-BE49-F238E27FC236}">
                <a16:creationId xmlns:a16="http://schemas.microsoft.com/office/drawing/2014/main" id="{890586FD-66C3-13E4-C0B7-1436B55B59A8}"/>
              </a:ext>
            </a:extLst>
          </p:cNvPr>
          <p:cNvSpPr txBox="1">
            <a:spLocks/>
          </p:cNvSpPr>
          <p:nvPr/>
        </p:nvSpPr>
        <p:spPr>
          <a:xfrm>
            <a:off x="351879" y="319300"/>
            <a:ext cx="9699050" cy="124535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90000"/>
              </a:lnSpc>
            </a:pPr>
            <a:r>
              <a:rPr lang="en-US" sz="3600" b="1">
                <a:solidFill>
                  <a:srgbClr val="EBEBEB"/>
                </a:solidFill>
              </a:rPr>
              <a:t>Comparing Total Pieces – </a:t>
            </a:r>
            <a:endParaRPr lang="en-US" sz="3600">
              <a:solidFill>
                <a:srgbClr val="EBEBEB"/>
              </a:solidFill>
            </a:endParaRPr>
          </a:p>
          <a:p>
            <a:pPr>
              <a:lnSpc>
                <a:spcPct val="90000"/>
              </a:lnSpc>
            </a:pPr>
            <a:r>
              <a:rPr lang="en-US" sz="3600" b="1">
                <a:solidFill>
                  <a:srgbClr val="EBEBEB"/>
                </a:solidFill>
              </a:rPr>
              <a:t>Licensed vs. Non-Licensed sets</a:t>
            </a:r>
            <a:endParaRPr lang="en-US" sz="3600">
              <a:solidFill>
                <a:srgbClr val="EBEBEB"/>
              </a:solidFill>
            </a:endParaRPr>
          </a:p>
        </p:txBody>
      </p:sp>
      <p:sp>
        <p:nvSpPr>
          <p:cNvPr id="8" name="Content Placeholder 12">
            <a:extLst>
              <a:ext uri="{FF2B5EF4-FFF2-40B4-BE49-F238E27FC236}">
                <a16:creationId xmlns:a16="http://schemas.microsoft.com/office/drawing/2014/main" id="{2915D82C-6271-9428-402A-E31A66DEB038}"/>
              </a:ext>
            </a:extLst>
          </p:cNvPr>
          <p:cNvSpPr txBox="1">
            <a:spLocks/>
          </p:cNvSpPr>
          <p:nvPr/>
        </p:nvSpPr>
        <p:spPr>
          <a:xfrm>
            <a:off x="220102" y="1761488"/>
            <a:ext cx="6324368" cy="2352570"/>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sz="1600" b="1" u="sng">
                <a:ea typeface="+mj-lt"/>
                <a:cs typeface="+mj-lt"/>
              </a:rPr>
              <a:t>Preliminary Analysis</a:t>
            </a:r>
            <a:r>
              <a:rPr lang="en-US" sz="1600" b="1">
                <a:ea typeface="+mj-lt"/>
                <a:cs typeface="+mj-lt"/>
              </a:rPr>
              <a:t>:</a:t>
            </a:r>
            <a:r>
              <a:rPr lang="en-US" sz="1600" b="1">
                <a:solidFill>
                  <a:schemeClr val="bg1"/>
                </a:solidFill>
                <a:ea typeface="+mj-lt"/>
                <a:cs typeface="+mj-lt"/>
              </a:rPr>
              <a:t> </a:t>
            </a:r>
            <a:r>
              <a:rPr lang="en-US" sz="1800" b="1" i="1">
                <a:solidFill>
                  <a:srgbClr val="8AD0D6"/>
                </a:solidFill>
                <a:ea typeface="+mj-lt"/>
                <a:cs typeface="+mj-lt"/>
              </a:rPr>
              <a:t>Total Pieces</a:t>
            </a:r>
            <a:r>
              <a:rPr lang="en-US" sz="1600" b="1">
                <a:solidFill>
                  <a:schemeClr val="bg1"/>
                </a:solidFill>
                <a:ea typeface="+mj-lt"/>
                <a:cs typeface="+mj-lt"/>
              </a:rPr>
              <a:t> </a:t>
            </a:r>
            <a:r>
              <a:rPr lang="en-US" sz="1600" b="1">
                <a:ea typeface="+mj-lt"/>
                <a:cs typeface="+mj-lt"/>
              </a:rPr>
              <a:t>by Licensing Status:</a:t>
            </a:r>
            <a:endParaRPr lang="en-US" sz="1600"/>
          </a:p>
          <a:p>
            <a:pPr>
              <a:buClr>
                <a:srgbClr val="8AD0D6"/>
              </a:buClr>
            </a:pPr>
            <a:r>
              <a:rPr lang="en-US" sz="1600">
                <a:ea typeface="+mj-lt"/>
                <a:cs typeface="+mj-lt"/>
              </a:rPr>
              <a:t>Licensed sets have a </a:t>
            </a:r>
            <a:r>
              <a:rPr lang="en-US" sz="1600" b="1">
                <a:solidFill>
                  <a:srgbClr val="FFFF00"/>
                </a:solidFill>
                <a:ea typeface="+mj-lt"/>
                <a:cs typeface="+mj-lt"/>
              </a:rPr>
              <a:t>higher average total piece count</a:t>
            </a:r>
            <a:r>
              <a:rPr lang="en-US" sz="1600">
                <a:solidFill>
                  <a:schemeClr val="bg1"/>
                </a:solidFill>
                <a:ea typeface="+mj-lt"/>
                <a:cs typeface="+mj-lt"/>
              </a:rPr>
              <a:t> </a:t>
            </a:r>
            <a:r>
              <a:rPr lang="en-US" sz="1600">
                <a:ea typeface="+mj-lt"/>
                <a:cs typeface="+mj-lt"/>
              </a:rPr>
              <a:t>in comparison</a:t>
            </a:r>
            <a:r>
              <a:rPr lang="en-US" sz="1600" b="1">
                <a:ea typeface="+mj-lt"/>
                <a:cs typeface="+mj-lt"/>
              </a:rPr>
              <a:t> </a:t>
            </a:r>
            <a:r>
              <a:rPr lang="en-US" sz="1600">
                <a:ea typeface="+mj-lt"/>
                <a:cs typeface="+mj-lt"/>
              </a:rPr>
              <a:t>to</a:t>
            </a:r>
            <a:r>
              <a:rPr lang="en-US" sz="1600" b="1">
                <a:ea typeface="+mj-lt"/>
                <a:cs typeface="+mj-lt"/>
              </a:rPr>
              <a:t> </a:t>
            </a:r>
            <a:r>
              <a:rPr lang="en-US" sz="1600">
                <a:ea typeface="+mj-lt"/>
                <a:cs typeface="+mj-lt"/>
              </a:rPr>
              <a:t>non-licensed sets (</a:t>
            </a:r>
            <a:r>
              <a:rPr lang="en-US" sz="1600" b="1">
                <a:ea typeface="+mj-lt"/>
                <a:cs typeface="+mj-lt"/>
              </a:rPr>
              <a:t>454.8 vs 355.6 pieces</a:t>
            </a:r>
            <a:r>
              <a:rPr lang="en-US" sz="1600">
                <a:ea typeface="+mj-lt"/>
                <a:cs typeface="+mj-lt"/>
              </a:rPr>
              <a:t>), a difference of </a:t>
            </a:r>
            <a:r>
              <a:rPr lang="en-US" sz="1600" b="1">
                <a:solidFill>
                  <a:srgbClr val="FFFF00"/>
                </a:solidFill>
                <a:ea typeface="+mj-lt"/>
                <a:cs typeface="+mj-lt"/>
              </a:rPr>
              <a:t>99 pieces (27.9%) </a:t>
            </a:r>
            <a:r>
              <a:rPr lang="en-US" sz="1600" b="1">
                <a:ea typeface="+mj-lt"/>
                <a:cs typeface="+mj-lt"/>
              </a:rPr>
              <a:t>-</a:t>
            </a:r>
            <a:r>
              <a:rPr lang="en-US" sz="1600" b="1">
                <a:solidFill>
                  <a:srgbClr val="FFFF00"/>
                </a:solidFill>
                <a:ea typeface="+mj-lt"/>
                <a:cs typeface="+mj-lt"/>
              </a:rPr>
              <a:t> </a:t>
            </a:r>
            <a:r>
              <a:rPr lang="en-US" sz="1600">
                <a:ea typeface="+mj-lt"/>
                <a:cs typeface="+mj-lt"/>
              </a:rPr>
              <a:t>seen in</a:t>
            </a:r>
            <a:r>
              <a:rPr lang="en-US" sz="1600" b="1">
                <a:solidFill>
                  <a:srgbClr val="FFFF00"/>
                </a:solidFill>
                <a:ea typeface="+mj-lt"/>
                <a:cs typeface="+mj-lt"/>
              </a:rPr>
              <a:t> </a:t>
            </a:r>
            <a:r>
              <a:rPr lang="en-US" sz="1600" b="1">
                <a:ea typeface="+mj-lt"/>
                <a:cs typeface="+mj-lt"/>
              </a:rPr>
              <a:t>Figure 1</a:t>
            </a:r>
            <a:r>
              <a:rPr lang="en-US" sz="1600">
                <a:ea typeface="+mj-lt"/>
                <a:cs typeface="+mj-lt"/>
              </a:rPr>
              <a:t>.</a:t>
            </a:r>
            <a:endParaRPr lang="en-US" sz="1600"/>
          </a:p>
          <a:p>
            <a:pPr>
              <a:buClr>
                <a:srgbClr val="8AD0D6"/>
              </a:buClr>
            </a:pPr>
            <a:r>
              <a:rPr lang="en-US" sz="1600">
                <a:ea typeface="+mj-lt"/>
                <a:cs typeface="+mj-lt"/>
              </a:rPr>
              <a:t>A </a:t>
            </a:r>
            <a:r>
              <a:rPr lang="en-US" sz="1600" i="1">
                <a:ea typeface="+mj-lt"/>
                <a:cs typeface="+mj-lt"/>
              </a:rPr>
              <a:t>Welch two-sample t-test</a:t>
            </a:r>
            <a:r>
              <a:rPr lang="en-US" sz="1600">
                <a:ea typeface="+mj-lt"/>
                <a:cs typeface="+mj-lt"/>
              </a:rPr>
              <a:t> confirms this difference is </a:t>
            </a:r>
            <a:r>
              <a:rPr lang="en-US" sz="1600" b="1">
                <a:ea typeface="+mj-lt"/>
                <a:cs typeface="+mj-lt"/>
              </a:rPr>
              <a:t>statistically significant (p = 0.0088 &lt; 0.05</a:t>
            </a:r>
            <a:r>
              <a:rPr lang="en-US" sz="1600">
                <a:ea typeface="+mj-lt"/>
                <a:cs typeface="+mj-lt"/>
              </a:rPr>
              <a:t>) shown in </a:t>
            </a:r>
            <a:r>
              <a:rPr lang="en-US" sz="1600" b="1">
                <a:ea typeface="+mj-lt"/>
                <a:cs typeface="+mj-lt"/>
              </a:rPr>
              <a:t>Figure 2</a:t>
            </a:r>
            <a:r>
              <a:rPr lang="en-US" sz="1600">
                <a:ea typeface="+mj-lt"/>
                <a:cs typeface="+mj-lt"/>
              </a:rPr>
              <a:t>.</a:t>
            </a:r>
            <a:endParaRPr lang="en-US" sz="1600"/>
          </a:p>
          <a:p>
            <a:pPr>
              <a:buClr>
                <a:srgbClr val="8AD0D6"/>
              </a:buClr>
            </a:pPr>
            <a:r>
              <a:rPr lang="en-US" sz="1600">
                <a:ea typeface="+mj-lt"/>
                <a:cs typeface="+mj-lt"/>
              </a:rPr>
              <a:t>This indicates that </a:t>
            </a:r>
            <a:r>
              <a:rPr lang="en-US" sz="1600" b="1">
                <a:ea typeface="+mj-lt"/>
                <a:cs typeface="+mj-lt"/>
              </a:rPr>
              <a:t>licensed sets are generally larger</a:t>
            </a:r>
            <a:r>
              <a:rPr lang="en-US" sz="1600">
                <a:ea typeface="+mj-lt"/>
                <a:cs typeface="+mj-lt"/>
              </a:rPr>
              <a:t> than non-licensed sets.</a:t>
            </a:r>
            <a:endParaRPr lang="en-US" sz="1600"/>
          </a:p>
          <a:p>
            <a:pPr marL="0" indent="0">
              <a:buClr>
                <a:srgbClr val="F7F7F7"/>
              </a:buClr>
              <a:buNone/>
            </a:pPr>
            <a:endParaRPr lang="en-GB" sz="1600" b="1"/>
          </a:p>
          <a:p>
            <a:pPr>
              <a:buClr>
                <a:srgbClr val="8AD0D6"/>
              </a:buClr>
            </a:pPr>
            <a:endParaRPr lang="en-US"/>
          </a:p>
        </p:txBody>
      </p:sp>
      <p:pic>
        <p:nvPicPr>
          <p:cNvPr id="10" name="Picture 9" descr="A close-up of a number&#10;&#10;AI-generated content may be incorrect.">
            <a:extLst>
              <a:ext uri="{FF2B5EF4-FFF2-40B4-BE49-F238E27FC236}">
                <a16:creationId xmlns:a16="http://schemas.microsoft.com/office/drawing/2014/main" id="{7E2F586B-85B2-5014-579A-619B9D8D3488}"/>
              </a:ext>
            </a:extLst>
          </p:cNvPr>
          <p:cNvPicPr>
            <a:picLocks noChangeAspect="1"/>
          </p:cNvPicPr>
          <p:nvPr/>
        </p:nvPicPr>
        <p:blipFill>
          <a:blip r:embed="rId3"/>
          <a:stretch>
            <a:fillRect/>
          </a:stretch>
        </p:blipFill>
        <p:spPr>
          <a:xfrm>
            <a:off x="2589198" y="4328734"/>
            <a:ext cx="9432077" cy="2349958"/>
          </a:xfrm>
          <a:prstGeom prst="rect">
            <a:avLst/>
          </a:prstGeom>
        </p:spPr>
      </p:pic>
      <p:sp>
        <p:nvSpPr>
          <p:cNvPr id="11" name="TextBox 10">
            <a:extLst>
              <a:ext uri="{FF2B5EF4-FFF2-40B4-BE49-F238E27FC236}">
                <a16:creationId xmlns:a16="http://schemas.microsoft.com/office/drawing/2014/main" id="{0837E072-5E6B-6F49-B5B1-5B31A2798B7E}"/>
              </a:ext>
            </a:extLst>
          </p:cNvPr>
          <p:cNvSpPr txBox="1"/>
          <p:nvPr/>
        </p:nvSpPr>
        <p:spPr>
          <a:xfrm>
            <a:off x="7000875" y="1765300"/>
            <a:ext cx="4691062" cy="23493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1000"/>
              </a:spcBef>
            </a:pPr>
            <a:r>
              <a:rPr lang="en-GB" sz="1600" b="1" u="sng"/>
              <a:t>Motivation for Further Analysis</a:t>
            </a:r>
            <a:r>
              <a:rPr lang="en-GB" sz="1600" b="1"/>
              <a:t>:</a:t>
            </a:r>
            <a:endParaRPr lang="en-GB" sz="1600"/>
          </a:p>
          <a:p>
            <a:pPr marL="285750" indent="-285750">
              <a:spcBef>
                <a:spcPts val="1000"/>
              </a:spcBef>
              <a:buFont typeface="Arial,Sans-Serif"/>
              <a:buChar char="•"/>
            </a:pPr>
            <a:r>
              <a:rPr lang="en-GB" sz="1600">
                <a:solidFill>
                  <a:srgbClr val="FFFFFF"/>
                </a:solidFill>
              </a:rPr>
              <a:t>Larger</a:t>
            </a:r>
            <a:r>
              <a:rPr lang="en-GB" sz="1600"/>
              <a:t> sets may indicate </a:t>
            </a:r>
            <a:r>
              <a:rPr lang="en-GB" sz="1600" b="1"/>
              <a:t>greater piece variety</a:t>
            </a:r>
            <a:r>
              <a:rPr lang="en-GB" sz="1600"/>
              <a:t>, but could also reflect repeated pieces. </a:t>
            </a:r>
            <a:endParaRPr lang="en-US" sz="1600"/>
          </a:p>
          <a:p>
            <a:pPr marL="285750" indent="-285750">
              <a:spcBef>
                <a:spcPts val="1000"/>
              </a:spcBef>
              <a:buFont typeface="Arial,Sans-Serif"/>
              <a:buChar char="•"/>
            </a:pPr>
            <a:r>
              <a:rPr lang="en-GB" sz="1600"/>
              <a:t>This finding motivates the next hypothesis test:</a:t>
            </a:r>
            <a:br>
              <a:rPr lang="en-GB" sz="1600"/>
            </a:br>
            <a:r>
              <a:rPr lang="en-GB" sz="1600" b="1"/>
              <a:t>"Do licensed sets also contain more</a:t>
            </a:r>
            <a:r>
              <a:rPr lang="en-GB" sz="1600">
                <a:solidFill>
                  <a:schemeClr val="bg1"/>
                </a:solidFill>
              </a:rPr>
              <a:t> </a:t>
            </a:r>
            <a:r>
              <a:rPr lang="en-GB" b="1" i="1">
                <a:solidFill>
                  <a:srgbClr val="8AD0D6"/>
                </a:solidFill>
              </a:rPr>
              <a:t>unique</a:t>
            </a:r>
            <a:r>
              <a:rPr lang="en-GB" sz="1600" b="1">
                <a:solidFill>
                  <a:schemeClr val="bg1"/>
                </a:solidFill>
              </a:rPr>
              <a:t> </a:t>
            </a:r>
            <a:r>
              <a:rPr lang="en-GB" sz="1600" b="1"/>
              <a:t>pieces than non-licensed sets?"</a:t>
            </a:r>
          </a:p>
        </p:txBody>
      </p:sp>
      <p:sp>
        <p:nvSpPr>
          <p:cNvPr id="3" name="TextBox 2">
            <a:extLst>
              <a:ext uri="{FF2B5EF4-FFF2-40B4-BE49-F238E27FC236}">
                <a16:creationId xmlns:a16="http://schemas.microsoft.com/office/drawing/2014/main" id="{3ADE4029-EE59-D900-9BA2-8EE5992E7AA0}"/>
              </a:ext>
            </a:extLst>
          </p:cNvPr>
          <p:cNvSpPr txBox="1"/>
          <p:nvPr/>
        </p:nvSpPr>
        <p:spPr>
          <a:xfrm>
            <a:off x="394749" y="5405042"/>
            <a:ext cx="219971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t>Figure 2</a:t>
            </a:r>
            <a:r>
              <a:rPr lang="en-GB" sz="1200"/>
              <a:t>: The</a:t>
            </a:r>
            <a:r>
              <a:rPr lang="en-GB" sz="1200">
                <a:ea typeface="+mn-lt"/>
                <a:cs typeface="+mn-lt"/>
              </a:rPr>
              <a:t> Welch two-sample t-test results, confirming that licensed LEGO sets contain significantly more total pieces than non-licensed sets (p &lt; 0.05).</a:t>
            </a:r>
          </a:p>
        </p:txBody>
      </p:sp>
    </p:spTree>
    <p:extLst>
      <p:ext uri="{BB962C8B-B14F-4D97-AF65-F5344CB8AC3E}">
        <p14:creationId xmlns:p14="http://schemas.microsoft.com/office/powerpoint/2010/main" val="3434804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BEB2B-6B40-BF38-36DF-95728F27DF7C}"/>
              </a:ext>
            </a:extLst>
          </p:cNvPr>
          <p:cNvSpPr>
            <a:spLocks noGrp="1"/>
          </p:cNvSpPr>
          <p:nvPr>
            <p:ph type="title"/>
          </p:nvPr>
        </p:nvSpPr>
        <p:spPr>
          <a:xfrm>
            <a:off x="208634" y="176212"/>
            <a:ext cx="8022050" cy="544369"/>
          </a:xfrm>
        </p:spPr>
        <p:txBody>
          <a:bodyPr/>
          <a:lstStyle/>
          <a:p>
            <a:r>
              <a:rPr lang="en-US" sz="3000" b="1"/>
              <a:t>Comparing Unique Pieces – Licensed vs. Non-Licensed sets</a:t>
            </a:r>
            <a:endParaRPr lang="en-GB" sz="3000"/>
          </a:p>
        </p:txBody>
      </p:sp>
      <p:pic>
        <p:nvPicPr>
          <p:cNvPr id="13" name="Content Placeholder 12" descr="A graph of different colored lines&#10;&#10;Description automatically generated">
            <a:extLst>
              <a:ext uri="{FF2B5EF4-FFF2-40B4-BE49-F238E27FC236}">
                <a16:creationId xmlns:a16="http://schemas.microsoft.com/office/drawing/2014/main" id="{499D707E-BA5E-DEF9-630A-9D9F49EB6BDF}"/>
              </a:ext>
            </a:extLst>
          </p:cNvPr>
          <p:cNvPicPr>
            <a:picLocks noGrp="1" noChangeAspect="1"/>
          </p:cNvPicPr>
          <p:nvPr>
            <p:ph idx="1"/>
          </p:nvPr>
        </p:nvPicPr>
        <p:blipFill>
          <a:blip r:embed="rId2"/>
          <a:stretch>
            <a:fillRect/>
          </a:stretch>
        </p:blipFill>
        <p:spPr>
          <a:xfrm>
            <a:off x="4952924" y="1196427"/>
            <a:ext cx="7079013" cy="4979737"/>
          </a:xfrm>
        </p:spPr>
      </p:pic>
      <p:sp>
        <p:nvSpPr>
          <p:cNvPr id="3" name="Content Placeholder 12">
            <a:extLst>
              <a:ext uri="{FF2B5EF4-FFF2-40B4-BE49-F238E27FC236}">
                <a16:creationId xmlns:a16="http://schemas.microsoft.com/office/drawing/2014/main" id="{146CE479-2CD9-C7E9-F5F0-76F03275926B}"/>
              </a:ext>
            </a:extLst>
          </p:cNvPr>
          <p:cNvSpPr txBox="1">
            <a:spLocks/>
          </p:cNvSpPr>
          <p:nvPr/>
        </p:nvSpPr>
        <p:spPr>
          <a:xfrm>
            <a:off x="213524" y="1271370"/>
            <a:ext cx="4581758" cy="5377403"/>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GB" sz="1500" b="1"/>
              <a:t>When conducting </a:t>
            </a:r>
            <a:r>
              <a:rPr lang="en-GB" sz="1500" b="1" u="sng"/>
              <a:t>summary statistics</a:t>
            </a:r>
            <a:r>
              <a:rPr lang="en-GB" sz="1500" b="1"/>
              <a:t> on </a:t>
            </a:r>
            <a:r>
              <a:rPr lang="en-GB" sz="1600" b="1" i="1">
                <a:solidFill>
                  <a:srgbClr val="8AD0D6"/>
                </a:solidFill>
              </a:rPr>
              <a:t>Unique pieces</a:t>
            </a:r>
            <a:r>
              <a:rPr lang="en-GB" sz="1500" b="1"/>
              <a:t> by licensing status: </a:t>
            </a:r>
            <a:endParaRPr lang="en-US" sz="1500"/>
          </a:p>
          <a:p>
            <a:pPr>
              <a:buClr>
                <a:srgbClr val="8AD0D6"/>
              </a:buClr>
            </a:pPr>
            <a:r>
              <a:rPr lang="en-GB" sz="1500" b="1"/>
              <a:t>Licensed LEGO sets have a </a:t>
            </a:r>
            <a:r>
              <a:rPr lang="en-GB" sz="1500" b="1" u="sng">
                <a:solidFill>
                  <a:srgbClr val="FFFF00"/>
                </a:solidFill>
              </a:rPr>
              <a:t>higher</a:t>
            </a:r>
            <a:r>
              <a:rPr lang="en-GB" sz="1500" b="1"/>
              <a:t> average number of </a:t>
            </a:r>
            <a:r>
              <a:rPr lang="en-GB" sz="1500" b="1" i="1">
                <a:solidFill>
                  <a:srgbClr val="8AD0D6"/>
                </a:solidFill>
              </a:rPr>
              <a:t>unique pieces</a:t>
            </a:r>
            <a:r>
              <a:rPr lang="en-GB" sz="1500"/>
              <a:t> (141.4  vs. 106.1) compared to non-licensed sets - Difference of </a:t>
            </a:r>
            <a:r>
              <a:rPr lang="en-GB" sz="1500" b="1">
                <a:solidFill>
                  <a:srgbClr val="FFFF00"/>
                </a:solidFill>
              </a:rPr>
              <a:t>35.3 pieces (33.3%)</a:t>
            </a:r>
            <a:r>
              <a:rPr lang="en-GB" sz="1500"/>
              <a:t>.</a:t>
            </a:r>
          </a:p>
          <a:p>
            <a:pPr>
              <a:buClr>
                <a:srgbClr val="8AD0D6"/>
              </a:buClr>
            </a:pPr>
            <a:r>
              <a:rPr lang="en-GB" sz="1500" b="1"/>
              <a:t>Median values further reinforce this difference</a:t>
            </a:r>
            <a:r>
              <a:rPr lang="en-GB" sz="1500"/>
              <a:t> (111 vs 66), indicating consistently higher unique piece counts across licensed sets.</a:t>
            </a:r>
          </a:p>
          <a:p>
            <a:pPr>
              <a:buClr>
                <a:srgbClr val="8AD0D6"/>
              </a:buClr>
            </a:pPr>
            <a:r>
              <a:rPr lang="en-GB" sz="1500" b="1"/>
              <a:t>Licensed sets exhibit greater variability</a:t>
            </a:r>
            <a:r>
              <a:rPr lang="en-GB" sz="1500"/>
              <a:t> in unique piece counts </a:t>
            </a:r>
            <a:r>
              <a:rPr lang="en-GB" sz="1500">
                <a:solidFill>
                  <a:srgbClr val="FFFF00"/>
                </a:solidFill>
              </a:rPr>
              <a:t>(SD: 115.23 vs 106.42)</a:t>
            </a:r>
            <a:r>
              <a:rPr lang="en-GB" sz="1500"/>
              <a:t>, reflecting a wider range of complexity levels, with both categories showing substantial spread (ranges &gt;650).</a:t>
            </a:r>
          </a:p>
          <a:p>
            <a:pPr>
              <a:buClr>
                <a:srgbClr val="8AD0D6"/>
              </a:buClr>
            </a:pPr>
            <a:r>
              <a:rPr lang="en-GB" sz="1500" b="1"/>
              <a:t>Figure 3 shows both distributions are </a:t>
            </a:r>
            <a:r>
              <a:rPr lang="en-GB" sz="1500" b="1" u="sng">
                <a:solidFill>
                  <a:srgbClr val="FFFF00"/>
                </a:solidFill>
              </a:rPr>
              <a:t>right-skewed</a:t>
            </a:r>
            <a:r>
              <a:rPr lang="en-GB" sz="1500"/>
              <a:t>, indicating the presence of high-complexity sets in both categories. Licensed sets have a smaller mean–median gap (30.4 vs 40.1), suggesting more consistent complexity at higher levels.</a:t>
            </a:r>
          </a:p>
          <a:p>
            <a:pPr>
              <a:buClr>
                <a:srgbClr val="8AD0D6"/>
              </a:buClr>
            </a:pPr>
            <a:endParaRPr lang="en-GB" sz="1300" b="1"/>
          </a:p>
          <a:p>
            <a:pPr marL="0" indent="0">
              <a:buNone/>
            </a:pPr>
            <a:endParaRPr lang="en-US"/>
          </a:p>
        </p:txBody>
      </p:sp>
      <p:sp>
        <p:nvSpPr>
          <p:cNvPr id="5" name="TextBox 4">
            <a:extLst>
              <a:ext uri="{FF2B5EF4-FFF2-40B4-BE49-F238E27FC236}">
                <a16:creationId xmlns:a16="http://schemas.microsoft.com/office/drawing/2014/main" id="{0F546205-00E6-2B1A-8FDC-3DBBD478D54A}"/>
              </a:ext>
            </a:extLst>
          </p:cNvPr>
          <p:cNvSpPr txBox="1"/>
          <p:nvPr/>
        </p:nvSpPr>
        <p:spPr>
          <a:xfrm>
            <a:off x="4865149" y="6192442"/>
            <a:ext cx="720351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t>Figure 3</a:t>
            </a:r>
            <a:r>
              <a:rPr lang="en-GB" sz="1200"/>
              <a:t>: </a:t>
            </a:r>
            <a:r>
              <a:rPr lang="en-GB" sz="1200">
                <a:ea typeface="+mn-lt"/>
                <a:cs typeface="+mn-lt"/>
              </a:rPr>
              <a:t>The histogram shows licensed sets skewed to the right relative to non-licensed sets, indicating higher unique piece counts overall. Mean and median reference lines are highlighted in both red and blue.</a:t>
            </a:r>
          </a:p>
        </p:txBody>
      </p:sp>
      <p:pic>
        <p:nvPicPr>
          <p:cNvPr id="6" name="Picture 5" descr="A red and white logo&#10;&#10;AI-generated content may be incorrect.">
            <a:extLst>
              <a:ext uri="{FF2B5EF4-FFF2-40B4-BE49-F238E27FC236}">
                <a16:creationId xmlns:a16="http://schemas.microsoft.com/office/drawing/2014/main" id="{05B09674-A285-F5FC-E19D-76CB59931A17}"/>
              </a:ext>
            </a:extLst>
          </p:cNvPr>
          <p:cNvPicPr>
            <a:picLocks noChangeAspect="1"/>
          </p:cNvPicPr>
          <p:nvPr/>
        </p:nvPicPr>
        <p:blipFill>
          <a:blip r:embed="rId3"/>
          <a:stretch>
            <a:fillRect/>
          </a:stretch>
        </p:blipFill>
        <p:spPr>
          <a:xfrm>
            <a:off x="10295860" y="177209"/>
            <a:ext cx="974652" cy="549349"/>
          </a:xfrm>
          <a:prstGeom prst="rect">
            <a:avLst/>
          </a:prstGeom>
        </p:spPr>
      </p:pic>
    </p:spTree>
    <p:extLst>
      <p:ext uri="{BB962C8B-B14F-4D97-AF65-F5344CB8AC3E}">
        <p14:creationId xmlns:p14="http://schemas.microsoft.com/office/powerpoint/2010/main" val="3291029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41CF7-91D3-9F59-2A3F-6E521249731E}"/>
              </a:ext>
            </a:extLst>
          </p:cNvPr>
          <p:cNvSpPr>
            <a:spLocks noGrp="1"/>
          </p:cNvSpPr>
          <p:nvPr>
            <p:ph type="title"/>
          </p:nvPr>
        </p:nvSpPr>
        <p:spPr>
          <a:xfrm>
            <a:off x="235512" y="239861"/>
            <a:ext cx="9252154" cy="581584"/>
          </a:xfrm>
        </p:spPr>
        <p:txBody>
          <a:bodyPr>
            <a:normAutofit/>
          </a:bodyPr>
          <a:lstStyle/>
          <a:p>
            <a:r>
              <a:rPr lang="en-US" sz="3200" b="1"/>
              <a:t>Hypothesis Testing – Assumptions </a:t>
            </a:r>
            <a:endParaRPr lang="en-GB" sz="3200"/>
          </a:p>
        </p:txBody>
      </p:sp>
      <p:sp>
        <p:nvSpPr>
          <p:cNvPr id="13" name="Content Placeholder 12">
            <a:extLst>
              <a:ext uri="{FF2B5EF4-FFF2-40B4-BE49-F238E27FC236}">
                <a16:creationId xmlns:a16="http://schemas.microsoft.com/office/drawing/2014/main" id="{2F38EBF4-01B6-C83B-73B8-F23DCAF4DA11}"/>
              </a:ext>
            </a:extLst>
          </p:cNvPr>
          <p:cNvSpPr>
            <a:spLocks noGrp="1"/>
          </p:cNvSpPr>
          <p:nvPr>
            <p:ph idx="1"/>
          </p:nvPr>
        </p:nvSpPr>
        <p:spPr>
          <a:xfrm>
            <a:off x="235513" y="913357"/>
            <a:ext cx="5001833" cy="5828371"/>
          </a:xfrm>
        </p:spPr>
        <p:txBody>
          <a:bodyPr vert="horz" lIns="91440" tIns="45720" rIns="91440" bIns="45720" rtlCol="0" anchor="t">
            <a:noAutofit/>
          </a:bodyPr>
          <a:lstStyle/>
          <a:p>
            <a:pPr marL="0" indent="0">
              <a:buNone/>
            </a:pPr>
            <a:r>
              <a:rPr lang="en-US" sz="1400"/>
              <a:t>Before conducting statistical tests, </a:t>
            </a:r>
            <a:r>
              <a:rPr lang="en-US" sz="1600" b="1" u="sng">
                <a:solidFill>
                  <a:srgbClr val="8AD0D6"/>
                </a:solidFill>
              </a:rPr>
              <a:t>key assumptions</a:t>
            </a:r>
            <a:r>
              <a:rPr lang="en-US" sz="1400"/>
              <a:t> were checked to ensure the analysis was appropriate:</a:t>
            </a:r>
            <a:endParaRPr lang="en-GB" sz="1400" b="1" u="sng"/>
          </a:p>
          <a:p>
            <a:pPr>
              <a:buClr>
                <a:srgbClr val="8AD0D6"/>
              </a:buClr>
            </a:pPr>
            <a:r>
              <a:rPr lang="en-GB" sz="1400" b="1" u="sng"/>
              <a:t>Hypotheses:</a:t>
            </a:r>
            <a:endParaRPr lang="en-GB" sz="1400" u="sng"/>
          </a:p>
          <a:p>
            <a:pPr>
              <a:buFont typeface="Arial" panose="020B0604020202020204" pitchFamily="34" charset="0"/>
              <a:buChar char="•"/>
            </a:pPr>
            <a:r>
              <a:rPr lang="en-GB" sz="1400" b="1"/>
              <a:t>H₀ (Null Hypothesis):</a:t>
            </a:r>
            <a:r>
              <a:rPr lang="en-GB" sz="1400"/>
              <a:t> Mean </a:t>
            </a:r>
            <a:r>
              <a:rPr lang="en-GB" sz="1600" i="1">
                <a:solidFill>
                  <a:srgbClr val="8AD0D6"/>
                </a:solidFill>
              </a:rPr>
              <a:t>unique</a:t>
            </a:r>
            <a:r>
              <a:rPr lang="en-GB" sz="1400"/>
              <a:t> pieces for Licensed sets = Mean </a:t>
            </a:r>
            <a:r>
              <a:rPr lang="en-GB" sz="1600" i="1">
                <a:solidFill>
                  <a:srgbClr val="8AD0D6"/>
                </a:solidFill>
              </a:rPr>
              <a:t>unique </a:t>
            </a:r>
            <a:r>
              <a:rPr lang="en-GB" sz="1400"/>
              <a:t>pieces for Non-Licensed sets </a:t>
            </a:r>
          </a:p>
          <a:p>
            <a:pPr marL="457200" lvl="1" indent="0">
              <a:buNone/>
            </a:pPr>
            <a:r>
              <a:rPr lang="en-GB" sz="1400"/>
              <a:t>         </a:t>
            </a:r>
            <a:r>
              <a:rPr lang="en-GB" sz="1400">
                <a:solidFill>
                  <a:srgbClr val="FFFF00"/>
                </a:solidFill>
              </a:rPr>
              <a:t> </a:t>
            </a:r>
            <a:r>
              <a:rPr lang="el-GR" sz="1400">
                <a:solidFill>
                  <a:srgbClr val="FFFF00"/>
                </a:solidFill>
              </a:rPr>
              <a:t>μ_</a:t>
            </a:r>
            <a:r>
              <a:rPr lang="en-GB" sz="1400">
                <a:solidFill>
                  <a:srgbClr val="FFFF00"/>
                </a:solidFill>
              </a:rPr>
              <a:t>licensed = </a:t>
            </a:r>
            <a:r>
              <a:rPr lang="el-GR" sz="1400">
                <a:solidFill>
                  <a:srgbClr val="FFFF00"/>
                </a:solidFill>
              </a:rPr>
              <a:t>μ_</a:t>
            </a:r>
            <a:r>
              <a:rPr lang="en-GB" sz="1400">
                <a:solidFill>
                  <a:srgbClr val="FFFF00"/>
                </a:solidFill>
              </a:rPr>
              <a:t>non-licensed</a:t>
            </a:r>
          </a:p>
          <a:p>
            <a:pPr>
              <a:buFont typeface="Arial" panose="020B0604020202020204" pitchFamily="34" charset="0"/>
              <a:buChar char="•"/>
            </a:pPr>
            <a:r>
              <a:rPr lang="en-GB" sz="1400" b="1"/>
              <a:t>H₁ (Alternative Hypothesis):</a:t>
            </a:r>
            <a:r>
              <a:rPr lang="en-GB" sz="1400"/>
              <a:t> Mean </a:t>
            </a:r>
            <a:r>
              <a:rPr lang="en-GB" sz="1600" i="1">
                <a:solidFill>
                  <a:srgbClr val="8AD0D6"/>
                </a:solidFill>
              </a:rPr>
              <a:t>unique</a:t>
            </a:r>
            <a:r>
              <a:rPr lang="en-GB" sz="1400"/>
              <a:t> pieces for Licensed sets ≠ Mean </a:t>
            </a:r>
            <a:r>
              <a:rPr lang="en-GB" sz="1600" i="1">
                <a:solidFill>
                  <a:srgbClr val="8AD0D6"/>
                </a:solidFill>
              </a:rPr>
              <a:t>unique</a:t>
            </a:r>
            <a:r>
              <a:rPr lang="en-GB" sz="1400"/>
              <a:t> pieces for Non-Licensed sets </a:t>
            </a:r>
          </a:p>
          <a:p>
            <a:pPr marL="457200" lvl="1" indent="0">
              <a:buNone/>
            </a:pPr>
            <a:r>
              <a:rPr lang="en-GB" sz="1400"/>
              <a:t>         </a:t>
            </a:r>
            <a:r>
              <a:rPr lang="en-GB" sz="1400">
                <a:solidFill>
                  <a:srgbClr val="FFFF00"/>
                </a:solidFill>
              </a:rPr>
              <a:t>  </a:t>
            </a:r>
            <a:r>
              <a:rPr lang="el-GR" sz="1400">
                <a:solidFill>
                  <a:srgbClr val="FFFF00"/>
                </a:solidFill>
              </a:rPr>
              <a:t>μ_</a:t>
            </a:r>
            <a:r>
              <a:rPr lang="en-GB" sz="1400">
                <a:solidFill>
                  <a:srgbClr val="FFFF00"/>
                </a:solidFill>
              </a:rPr>
              <a:t>licensed ≠ </a:t>
            </a:r>
            <a:r>
              <a:rPr lang="el-GR" sz="1400">
                <a:solidFill>
                  <a:srgbClr val="FFFF00"/>
                </a:solidFill>
              </a:rPr>
              <a:t>μ_</a:t>
            </a:r>
            <a:r>
              <a:rPr lang="en-GB" sz="1400">
                <a:solidFill>
                  <a:srgbClr val="FFFF00"/>
                </a:solidFill>
              </a:rPr>
              <a:t>non-licensed</a:t>
            </a:r>
          </a:p>
          <a:p>
            <a:pPr>
              <a:buFont typeface="Arial" panose="020B0604020202020204" pitchFamily="34" charset="0"/>
              <a:buChar char="•"/>
            </a:pPr>
            <a:r>
              <a:rPr lang="en-GB" sz="1400" b="1"/>
              <a:t>Significance Level:</a:t>
            </a:r>
            <a:r>
              <a:rPr lang="en-GB" sz="1400"/>
              <a:t> </a:t>
            </a:r>
            <a:r>
              <a:rPr lang="el-GR" sz="1400"/>
              <a:t>α = 0.05 (</a:t>
            </a:r>
            <a:r>
              <a:rPr lang="en-GB" sz="1400"/>
              <a:t>two-tailed test)</a:t>
            </a:r>
          </a:p>
          <a:p>
            <a:pPr>
              <a:buClr>
                <a:srgbClr val="8AD0D6"/>
              </a:buClr>
            </a:pPr>
            <a:r>
              <a:rPr lang="en-US" sz="1300">
                <a:ea typeface="+mj-lt"/>
                <a:cs typeface="+mj-lt"/>
              </a:rPr>
              <a:t>Each LEGO set represents a separate and</a:t>
            </a:r>
            <a:br>
              <a:rPr lang="en-US" sz="1300">
                <a:ea typeface="+mj-lt"/>
                <a:cs typeface="+mj-lt"/>
              </a:rPr>
            </a:br>
            <a:r>
              <a:rPr lang="en-US" sz="1300">
                <a:ea typeface="+mj-lt"/>
                <a:cs typeface="+mj-lt"/>
              </a:rPr>
              <a:t> </a:t>
            </a:r>
            <a:r>
              <a:rPr lang="en-US" sz="1300" b="1">
                <a:solidFill>
                  <a:srgbClr val="FFFF00"/>
                </a:solidFill>
                <a:ea typeface="+mj-lt"/>
                <a:cs typeface="+mj-lt"/>
              </a:rPr>
              <a:t>independent</a:t>
            </a:r>
            <a:r>
              <a:rPr lang="en-US" sz="1300">
                <a:ea typeface="+mj-lt"/>
                <a:cs typeface="+mj-lt"/>
              </a:rPr>
              <a:t> product, meaning observations</a:t>
            </a:r>
            <a:br>
              <a:rPr lang="en-US" sz="1300">
                <a:ea typeface="+mj-lt"/>
                <a:cs typeface="+mj-lt"/>
              </a:rPr>
            </a:br>
            <a:r>
              <a:rPr lang="en-US" sz="1300">
                <a:ea typeface="+mj-lt"/>
                <a:cs typeface="+mj-lt"/>
              </a:rPr>
              <a:t> are not related to one another.</a:t>
            </a:r>
            <a:endParaRPr lang="en-US" sz="1300"/>
          </a:p>
          <a:p>
            <a:pPr>
              <a:buClr>
                <a:srgbClr val="8AD0D6"/>
              </a:buClr>
            </a:pPr>
            <a:r>
              <a:rPr lang="en-US" sz="1300">
                <a:ea typeface="+mj-lt"/>
                <a:cs typeface="+mj-lt"/>
              </a:rPr>
              <a:t>Variability in unique piece counts is similar</a:t>
            </a:r>
            <a:br>
              <a:rPr lang="en-US" sz="1300">
                <a:ea typeface="+mj-lt"/>
                <a:cs typeface="+mj-lt"/>
              </a:rPr>
            </a:br>
            <a:r>
              <a:rPr lang="en-US" sz="1300">
                <a:ea typeface="+mj-lt"/>
                <a:cs typeface="+mj-lt"/>
              </a:rPr>
              <a:t> across licensed and non-licensed sets, as</a:t>
            </a:r>
            <a:br>
              <a:rPr lang="en-US" sz="1300">
                <a:ea typeface="+mj-lt"/>
                <a:cs typeface="+mj-lt"/>
              </a:rPr>
            </a:br>
            <a:r>
              <a:rPr lang="en-US" sz="1300">
                <a:ea typeface="+mj-lt"/>
                <a:cs typeface="+mj-lt"/>
              </a:rPr>
              <a:t> confirmed by Levene’s test</a:t>
            </a:r>
            <a:br>
              <a:rPr lang="en-US" sz="1300">
                <a:ea typeface="+mj-lt"/>
                <a:cs typeface="+mj-lt"/>
              </a:rPr>
            </a:br>
            <a:r>
              <a:rPr lang="en-US" sz="1300" b="1">
                <a:ea typeface="+mj-lt"/>
                <a:cs typeface="+mj-lt"/>
              </a:rPr>
              <a:t> (p = 0.6724 &gt; 0.05)</a:t>
            </a:r>
            <a:r>
              <a:rPr lang="en-US" sz="1300">
                <a:ea typeface="+mj-lt"/>
                <a:cs typeface="+mj-lt"/>
              </a:rPr>
              <a:t>.</a:t>
            </a:r>
            <a:endParaRPr lang="en-US" sz="1300"/>
          </a:p>
          <a:p>
            <a:pPr>
              <a:buClr>
                <a:srgbClr val="8AD0D6"/>
              </a:buClr>
            </a:pPr>
            <a:r>
              <a:rPr lang="en-US" sz="1300">
                <a:ea typeface="+mj-lt"/>
                <a:cs typeface="+mj-lt"/>
              </a:rPr>
              <a:t>These checks indicate the data are suitable</a:t>
            </a:r>
            <a:br>
              <a:rPr lang="en-US" sz="1300">
                <a:ea typeface="+mj-lt"/>
                <a:cs typeface="+mj-lt"/>
              </a:rPr>
            </a:br>
            <a:r>
              <a:rPr lang="en-US" sz="1300">
                <a:ea typeface="+mj-lt"/>
                <a:cs typeface="+mj-lt"/>
              </a:rPr>
              <a:t> for reliable comparison between groups.</a:t>
            </a:r>
            <a:endParaRPr lang="en-US" sz="1300"/>
          </a:p>
          <a:p>
            <a:pPr>
              <a:buClr>
                <a:srgbClr val="8AD0D6"/>
              </a:buClr>
            </a:pPr>
            <a:endParaRPr lang="en-US"/>
          </a:p>
        </p:txBody>
      </p:sp>
      <p:pic>
        <p:nvPicPr>
          <p:cNvPr id="9" name="Content Placeholder 8" descr="A graph of a normal q-q plot&#10;&#10;Description automatically generated">
            <a:extLst>
              <a:ext uri="{FF2B5EF4-FFF2-40B4-BE49-F238E27FC236}">
                <a16:creationId xmlns:a16="http://schemas.microsoft.com/office/drawing/2014/main" id="{EEA11AAD-7305-537D-02AB-F9A32765DA55}"/>
              </a:ext>
            </a:extLst>
          </p:cNvPr>
          <p:cNvPicPr>
            <a:picLocks noChangeAspect="1"/>
          </p:cNvPicPr>
          <p:nvPr/>
        </p:nvPicPr>
        <p:blipFill>
          <a:blip r:embed="rId2"/>
          <a:stretch>
            <a:fillRect/>
          </a:stretch>
        </p:blipFill>
        <p:spPr>
          <a:xfrm>
            <a:off x="5193767" y="1315234"/>
            <a:ext cx="6864122" cy="4494707"/>
          </a:xfrm>
          <a:prstGeom prst="rect">
            <a:avLst/>
          </a:prstGeom>
          <a:effectLst>
            <a:outerShdw blurRad="50800" dist="38100" dir="5400000" algn="t" rotWithShape="0">
              <a:prstClr val="black">
                <a:alpha val="43000"/>
              </a:prstClr>
            </a:outerShdw>
          </a:effectLst>
        </p:spPr>
      </p:pic>
      <p:sp>
        <p:nvSpPr>
          <p:cNvPr id="5" name="TextBox 4">
            <a:extLst>
              <a:ext uri="{FF2B5EF4-FFF2-40B4-BE49-F238E27FC236}">
                <a16:creationId xmlns:a16="http://schemas.microsoft.com/office/drawing/2014/main" id="{32654CF2-EAFB-AD06-6754-2082C01B5A07}"/>
              </a:ext>
            </a:extLst>
          </p:cNvPr>
          <p:cNvSpPr txBox="1"/>
          <p:nvPr/>
        </p:nvSpPr>
        <p:spPr>
          <a:xfrm>
            <a:off x="5149284" y="5934138"/>
            <a:ext cx="700978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ea typeface="+mn-lt"/>
                <a:cs typeface="+mn-lt"/>
              </a:rPr>
              <a:t>Figure 4:</a:t>
            </a:r>
            <a:r>
              <a:rPr lang="en-GB" sz="1200">
                <a:ea typeface="+mn-lt"/>
                <a:cs typeface="+mn-lt"/>
              </a:rPr>
              <a:t>  The Normal Q-Q plots for licensed (n = 423) and non-licensed (n = 835) sets. Both distributions deviate from the normal line at the upper tail, indicating right-skewness and supporting the Shapiro–Wilk test results. </a:t>
            </a:r>
          </a:p>
        </p:txBody>
      </p:sp>
      <p:pic>
        <p:nvPicPr>
          <p:cNvPr id="4" name="Picture 3" descr="A red and white logo&#10;&#10;AI-generated content may be incorrect.">
            <a:extLst>
              <a:ext uri="{FF2B5EF4-FFF2-40B4-BE49-F238E27FC236}">
                <a16:creationId xmlns:a16="http://schemas.microsoft.com/office/drawing/2014/main" id="{4CAA21FA-F1AD-2D00-895E-CC470CD2F130}"/>
              </a:ext>
            </a:extLst>
          </p:cNvPr>
          <p:cNvPicPr>
            <a:picLocks noChangeAspect="1"/>
          </p:cNvPicPr>
          <p:nvPr/>
        </p:nvPicPr>
        <p:blipFill>
          <a:blip r:embed="rId3"/>
          <a:stretch>
            <a:fillRect/>
          </a:stretch>
        </p:blipFill>
        <p:spPr>
          <a:xfrm>
            <a:off x="10295860" y="177209"/>
            <a:ext cx="974652" cy="549349"/>
          </a:xfrm>
          <a:prstGeom prst="rect">
            <a:avLst/>
          </a:prstGeom>
        </p:spPr>
      </p:pic>
    </p:spTree>
    <p:extLst>
      <p:ext uri="{BB962C8B-B14F-4D97-AF65-F5344CB8AC3E}">
        <p14:creationId xmlns:p14="http://schemas.microsoft.com/office/powerpoint/2010/main" val="1185623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DFAE7-0B89-58F3-D40F-4F9844113CA1}"/>
              </a:ext>
            </a:extLst>
          </p:cNvPr>
          <p:cNvSpPr>
            <a:spLocks noGrp="1"/>
          </p:cNvSpPr>
          <p:nvPr>
            <p:ph type="title"/>
          </p:nvPr>
        </p:nvSpPr>
        <p:spPr>
          <a:xfrm>
            <a:off x="465297" y="439803"/>
            <a:ext cx="9404723" cy="1400530"/>
          </a:xfrm>
        </p:spPr>
        <p:txBody>
          <a:bodyPr/>
          <a:lstStyle/>
          <a:p>
            <a:r>
              <a:rPr lang="en-US" sz="3200" b="1"/>
              <a:t>Hypothesis Testing - Results</a:t>
            </a:r>
            <a:endParaRPr lang="en-GB" sz="3200"/>
          </a:p>
        </p:txBody>
      </p:sp>
      <p:pic>
        <p:nvPicPr>
          <p:cNvPr id="5" name="Content Placeholder 4" descr="A computer screen shot of a code&#10;&#10;AI-generated content may be incorrect.">
            <a:extLst>
              <a:ext uri="{FF2B5EF4-FFF2-40B4-BE49-F238E27FC236}">
                <a16:creationId xmlns:a16="http://schemas.microsoft.com/office/drawing/2014/main" id="{A9BD7F63-9F64-90FC-A775-617B3DA82069}"/>
              </a:ext>
            </a:extLst>
          </p:cNvPr>
          <p:cNvPicPr>
            <a:picLocks noGrp="1" noChangeAspect="1"/>
          </p:cNvPicPr>
          <p:nvPr>
            <p:ph idx="1"/>
          </p:nvPr>
        </p:nvPicPr>
        <p:blipFill>
          <a:blip r:embed="rId2"/>
          <a:stretch>
            <a:fillRect/>
          </a:stretch>
        </p:blipFill>
        <p:spPr>
          <a:xfrm>
            <a:off x="464264" y="4694150"/>
            <a:ext cx="6480700" cy="1994407"/>
          </a:xfrm>
        </p:spPr>
      </p:pic>
      <p:sp>
        <p:nvSpPr>
          <p:cNvPr id="4" name="Content Placeholder 5">
            <a:extLst>
              <a:ext uri="{FF2B5EF4-FFF2-40B4-BE49-F238E27FC236}">
                <a16:creationId xmlns:a16="http://schemas.microsoft.com/office/drawing/2014/main" id="{E8EFF5E5-4FD8-ACBF-0F3B-9F769926E3F8}"/>
              </a:ext>
            </a:extLst>
          </p:cNvPr>
          <p:cNvSpPr txBox="1">
            <a:spLocks/>
          </p:cNvSpPr>
          <p:nvPr/>
        </p:nvSpPr>
        <p:spPr>
          <a:xfrm>
            <a:off x="476115" y="1828314"/>
            <a:ext cx="5615213" cy="569725"/>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endParaRPr lang="en-US" sz="1500">
              <a:ea typeface="+mj-lt"/>
              <a:cs typeface="+mj-lt"/>
            </a:endParaRPr>
          </a:p>
          <a:p>
            <a:pPr>
              <a:buClr>
                <a:srgbClr val="8AD0D6"/>
              </a:buClr>
            </a:pPr>
            <a:r>
              <a:rPr lang="en-US" sz="1600">
                <a:solidFill>
                  <a:srgbClr val="8AD0D6"/>
                </a:solidFill>
                <a:ea typeface="+mj-lt"/>
                <a:cs typeface="+mj-lt"/>
              </a:rPr>
              <a:t>Shapiro–Wilk</a:t>
            </a:r>
            <a:r>
              <a:rPr lang="en-US" sz="1600">
                <a:ea typeface="+mj-lt"/>
                <a:cs typeface="+mj-lt"/>
              </a:rPr>
              <a:t> tests show that the data </a:t>
            </a:r>
            <a:r>
              <a:rPr lang="en-US" sz="1600" b="1" u="sng">
                <a:ea typeface="+mj-lt"/>
                <a:cs typeface="+mj-lt"/>
              </a:rPr>
              <a:t>does</a:t>
            </a:r>
            <a:br>
              <a:rPr lang="en-US" sz="1600" b="1" u="sng">
                <a:ea typeface="+mj-lt"/>
                <a:cs typeface="+mj-lt"/>
              </a:rPr>
            </a:br>
            <a:r>
              <a:rPr lang="en-US" sz="1600" b="1" u="sng">
                <a:ea typeface="+mj-lt"/>
                <a:cs typeface="+mj-lt"/>
              </a:rPr>
              <a:t>not</a:t>
            </a:r>
            <a:r>
              <a:rPr lang="en-US" sz="1600">
                <a:ea typeface="+mj-lt"/>
                <a:cs typeface="+mj-lt"/>
              </a:rPr>
              <a:t> follow a </a:t>
            </a:r>
            <a:r>
              <a:rPr lang="en-US" sz="1600" b="1">
                <a:solidFill>
                  <a:srgbClr val="FFFF00"/>
                </a:solidFill>
                <a:ea typeface="+mj-lt"/>
                <a:cs typeface="+mj-lt"/>
              </a:rPr>
              <a:t>normal distribution</a:t>
            </a:r>
            <a:r>
              <a:rPr lang="en-US" sz="1600">
                <a:ea typeface="+mj-lt"/>
                <a:cs typeface="+mj-lt"/>
              </a:rPr>
              <a:t>, as illustrated in </a:t>
            </a:r>
            <a:r>
              <a:rPr lang="en-US" sz="1600" b="1">
                <a:ea typeface="+mj-lt"/>
                <a:cs typeface="+mj-lt"/>
              </a:rPr>
              <a:t>Figure 4</a:t>
            </a:r>
            <a:r>
              <a:rPr lang="en-US" sz="1600">
                <a:ea typeface="+mj-lt"/>
                <a:cs typeface="+mj-lt"/>
              </a:rPr>
              <a:t>, due to the presence of very large, complex LEGO sets.</a:t>
            </a:r>
            <a:endParaRPr lang="en-US"/>
          </a:p>
          <a:p>
            <a:pPr>
              <a:buClr>
                <a:srgbClr val="8AD0D6"/>
              </a:buClr>
            </a:pPr>
            <a:r>
              <a:rPr lang="en-US" sz="1600">
                <a:ea typeface="+mj-lt"/>
                <a:cs typeface="+mj-lt"/>
              </a:rPr>
              <a:t>Despite this, the large sample sizes allow</a:t>
            </a:r>
            <a:br>
              <a:rPr lang="en-US" sz="1600">
                <a:ea typeface="+mj-lt"/>
                <a:cs typeface="+mj-lt"/>
              </a:rPr>
            </a:br>
            <a:r>
              <a:rPr lang="en-US" sz="1600">
                <a:ea typeface="+mj-lt"/>
                <a:cs typeface="+mj-lt"/>
              </a:rPr>
              <a:t>for reliable comparison between licensed</a:t>
            </a:r>
            <a:br>
              <a:rPr lang="en-US" sz="1600">
                <a:ea typeface="+mj-lt"/>
                <a:cs typeface="+mj-lt"/>
              </a:rPr>
            </a:br>
            <a:r>
              <a:rPr lang="en-US" sz="1600">
                <a:ea typeface="+mj-lt"/>
                <a:cs typeface="+mj-lt"/>
              </a:rPr>
              <a:t>and non-licensed sets.</a:t>
            </a:r>
          </a:p>
          <a:p>
            <a:pPr>
              <a:buClr>
                <a:srgbClr val="8AD0D6"/>
              </a:buClr>
            </a:pPr>
            <a:endParaRPr lang="en-US" sz="1500">
              <a:solidFill>
                <a:srgbClr val="FFFFFF"/>
              </a:solidFill>
            </a:endParaRPr>
          </a:p>
        </p:txBody>
      </p:sp>
      <p:sp>
        <p:nvSpPr>
          <p:cNvPr id="8" name="Content Placeholder 5">
            <a:extLst>
              <a:ext uri="{FF2B5EF4-FFF2-40B4-BE49-F238E27FC236}">
                <a16:creationId xmlns:a16="http://schemas.microsoft.com/office/drawing/2014/main" id="{9008FE35-6590-C3C5-8364-ECD33C2355C6}"/>
              </a:ext>
            </a:extLst>
          </p:cNvPr>
          <p:cNvSpPr txBox="1">
            <a:spLocks/>
          </p:cNvSpPr>
          <p:nvPr/>
        </p:nvSpPr>
        <p:spPr>
          <a:xfrm>
            <a:off x="6352552" y="1802482"/>
            <a:ext cx="5511891" cy="1150912"/>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endParaRPr lang="en-US" sz="1500">
              <a:ea typeface="+mj-lt"/>
              <a:cs typeface="+mj-lt"/>
            </a:endParaRPr>
          </a:p>
          <a:p>
            <a:pPr>
              <a:buClr>
                <a:srgbClr val="8AD0D6"/>
              </a:buClr>
            </a:pPr>
            <a:r>
              <a:rPr lang="en-US" sz="1600">
                <a:ea typeface="+mj-lt"/>
                <a:cs typeface="+mj-lt"/>
              </a:rPr>
              <a:t>As shown in </a:t>
            </a:r>
            <a:r>
              <a:rPr lang="en-US" sz="1600" b="1">
                <a:ea typeface="+mj-lt"/>
                <a:cs typeface="+mj-lt"/>
              </a:rPr>
              <a:t>Figure 5</a:t>
            </a:r>
            <a:r>
              <a:rPr lang="en-US" sz="1600">
                <a:ea typeface="+mj-lt"/>
                <a:cs typeface="+mj-lt"/>
              </a:rPr>
              <a:t>, the </a:t>
            </a:r>
            <a:r>
              <a:rPr lang="en-US" sz="1600">
                <a:solidFill>
                  <a:srgbClr val="8AD0D6"/>
                </a:solidFill>
                <a:ea typeface="+mj-lt"/>
                <a:cs typeface="+mj-lt"/>
              </a:rPr>
              <a:t>Welch two-</a:t>
            </a:r>
            <a:br>
              <a:rPr lang="en-US" sz="1600">
                <a:ea typeface="+mj-lt"/>
                <a:cs typeface="+mj-lt"/>
              </a:rPr>
            </a:br>
            <a:r>
              <a:rPr lang="en-US" sz="1600">
                <a:solidFill>
                  <a:srgbClr val="8AD0D6"/>
                </a:solidFill>
                <a:ea typeface="+mj-lt"/>
                <a:cs typeface="+mj-lt"/>
              </a:rPr>
              <a:t> sample t-test</a:t>
            </a:r>
            <a:r>
              <a:rPr lang="en-US" sz="1600">
                <a:ea typeface="+mj-lt"/>
                <a:cs typeface="+mj-lt"/>
              </a:rPr>
              <a:t> identifies a </a:t>
            </a:r>
            <a:r>
              <a:rPr lang="en-US" sz="1600" b="1">
                <a:ea typeface="+mj-lt"/>
                <a:cs typeface="+mj-lt"/>
              </a:rPr>
              <a:t>statistically significant difference</a:t>
            </a:r>
            <a:r>
              <a:rPr lang="en-US" sz="1600">
                <a:ea typeface="+mj-lt"/>
                <a:cs typeface="+mj-lt"/>
              </a:rPr>
              <a:t> between the two groups </a:t>
            </a:r>
            <a:r>
              <a:rPr lang="en-US" sz="1600">
                <a:solidFill>
                  <a:srgbClr val="FFFF00"/>
                </a:solidFill>
                <a:ea typeface="+mj-lt"/>
                <a:cs typeface="+mj-lt"/>
              </a:rPr>
              <a:t>(p &lt; 0.001)</a:t>
            </a:r>
            <a:r>
              <a:rPr lang="en-US" sz="1600">
                <a:ea typeface="+mj-lt"/>
                <a:cs typeface="+mj-lt"/>
              </a:rPr>
              <a:t>.</a:t>
            </a:r>
          </a:p>
          <a:p>
            <a:pPr>
              <a:buClr>
                <a:srgbClr val="8AD0D6"/>
              </a:buClr>
            </a:pPr>
            <a:r>
              <a:rPr lang="en-US" sz="1600">
                <a:ea typeface="+mj-lt"/>
                <a:cs typeface="+mj-lt"/>
              </a:rPr>
              <a:t>Licensed LEGO sets contain, on average, </a:t>
            </a:r>
            <a:r>
              <a:rPr lang="en-US" sz="1600" b="1">
                <a:ea typeface="+mj-lt"/>
                <a:cs typeface="+mj-lt"/>
              </a:rPr>
              <a:t>35 more unique pieces</a:t>
            </a:r>
            <a:r>
              <a:rPr lang="en-US" sz="1600">
                <a:ea typeface="+mj-lt"/>
                <a:cs typeface="+mj-lt"/>
              </a:rPr>
              <a:t> than non-licensed sets </a:t>
            </a:r>
            <a:r>
              <a:rPr lang="en-US" sz="1600">
                <a:solidFill>
                  <a:srgbClr val="FFFF00"/>
                </a:solidFill>
                <a:ea typeface="+mj-lt"/>
                <a:cs typeface="+mj-lt"/>
              </a:rPr>
              <a:t>(141.4 vs 106.1)</a:t>
            </a:r>
            <a:r>
              <a:rPr lang="en-US" sz="1600">
                <a:ea typeface="+mj-lt"/>
                <a:cs typeface="+mj-lt"/>
              </a:rPr>
              <a:t>, indicating greater overall piece variety. Therefore, there is </a:t>
            </a:r>
            <a:r>
              <a:rPr lang="en-US" sz="1600" u="sng">
                <a:ea typeface="+mj-lt"/>
                <a:cs typeface="+mj-lt"/>
              </a:rPr>
              <a:t>sufficient</a:t>
            </a:r>
            <a:r>
              <a:rPr lang="en-US" sz="1600">
                <a:ea typeface="+mj-lt"/>
                <a:cs typeface="+mj-lt"/>
              </a:rPr>
              <a:t> </a:t>
            </a:r>
            <a:r>
              <a:rPr lang="en-US" sz="1600" u="sng">
                <a:ea typeface="+mj-lt"/>
                <a:cs typeface="+mj-lt"/>
              </a:rPr>
              <a:t>evidence</a:t>
            </a:r>
            <a:r>
              <a:rPr lang="en-US" sz="1600">
                <a:ea typeface="+mj-lt"/>
                <a:cs typeface="+mj-lt"/>
              </a:rPr>
              <a:t> to </a:t>
            </a:r>
            <a:r>
              <a:rPr lang="en-US" sz="1600" b="1">
                <a:ea typeface="+mj-lt"/>
                <a:cs typeface="+mj-lt"/>
              </a:rPr>
              <a:t>reject the null hypothesis</a:t>
            </a:r>
            <a:r>
              <a:rPr lang="en-US" sz="1600">
                <a:ea typeface="+mj-lt"/>
                <a:cs typeface="+mj-lt"/>
              </a:rPr>
              <a:t> in </a:t>
            </a:r>
            <a:r>
              <a:rPr lang="en-US" sz="1600" err="1">
                <a:ea typeface="+mj-lt"/>
                <a:cs typeface="+mj-lt"/>
              </a:rPr>
              <a:t>favour</a:t>
            </a:r>
            <a:r>
              <a:rPr lang="en-US" sz="1600">
                <a:ea typeface="+mj-lt"/>
                <a:cs typeface="+mj-lt"/>
              </a:rPr>
              <a:t> of the alternative hypothesis </a:t>
            </a:r>
            <a:r>
              <a:rPr lang="en-US" sz="1600" b="1">
                <a:ea typeface="+mj-lt"/>
                <a:cs typeface="+mj-lt"/>
              </a:rPr>
              <a:t>(H1)</a:t>
            </a:r>
            <a:r>
              <a:rPr lang="en-US" sz="1600">
                <a:ea typeface="+mj-lt"/>
                <a:cs typeface="+mj-lt"/>
              </a:rPr>
              <a:t>.</a:t>
            </a:r>
          </a:p>
          <a:p>
            <a:pPr>
              <a:buClr>
                <a:srgbClr val="8AD0D6"/>
              </a:buClr>
            </a:pPr>
            <a:endParaRPr lang="en-US" sz="1600">
              <a:ea typeface="+mj-lt"/>
              <a:cs typeface="+mj-lt"/>
            </a:endParaRPr>
          </a:p>
          <a:p>
            <a:pPr>
              <a:buClr>
                <a:srgbClr val="8AD0D6"/>
              </a:buClr>
            </a:pPr>
            <a:endParaRPr lang="en-US" sz="1500">
              <a:solidFill>
                <a:srgbClr val="FFFFFF"/>
              </a:solidFill>
            </a:endParaRPr>
          </a:p>
        </p:txBody>
      </p:sp>
      <p:sp>
        <p:nvSpPr>
          <p:cNvPr id="9" name="TextBox 8">
            <a:extLst>
              <a:ext uri="{FF2B5EF4-FFF2-40B4-BE49-F238E27FC236}">
                <a16:creationId xmlns:a16="http://schemas.microsoft.com/office/drawing/2014/main" id="{D21784C3-CBE9-91EF-B81F-46FAE53F0944}"/>
              </a:ext>
            </a:extLst>
          </p:cNvPr>
          <p:cNvSpPr txBox="1"/>
          <p:nvPr/>
        </p:nvSpPr>
        <p:spPr>
          <a:xfrm>
            <a:off x="503694" y="1123627"/>
            <a:ext cx="9402304" cy="9438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1000"/>
              </a:spcBef>
            </a:pPr>
            <a:r>
              <a:rPr lang="en-US" sz="1500"/>
              <a:t>Before comparing the average number of unique pieces, the distribution of the data was assessed for </a:t>
            </a:r>
            <a:r>
              <a:rPr lang="en-US" sz="1600" b="1" i="1"/>
              <a:t>normality</a:t>
            </a:r>
            <a:r>
              <a:rPr lang="en-US" sz="1500"/>
              <a:t>. </a:t>
            </a:r>
          </a:p>
          <a:p>
            <a:pPr>
              <a:spcBef>
                <a:spcPts val="1000"/>
              </a:spcBef>
            </a:pPr>
            <a:r>
              <a:rPr lang="en-US" sz="1500"/>
              <a:t>This was performed using hypothesis tests: </a:t>
            </a:r>
            <a:r>
              <a:rPr lang="en-US" sz="1600" b="1" i="1" u="sng">
                <a:solidFill>
                  <a:srgbClr val="8AD0D6"/>
                </a:solidFill>
              </a:rPr>
              <a:t>Shapiro-Wilk &amp; Welch – T-Test</a:t>
            </a:r>
            <a:r>
              <a:rPr lang="en-US" sz="1500"/>
              <a:t>:</a:t>
            </a:r>
            <a:endParaRPr lang="en-US"/>
          </a:p>
        </p:txBody>
      </p:sp>
      <p:sp>
        <p:nvSpPr>
          <p:cNvPr id="11" name="TextBox 10">
            <a:extLst>
              <a:ext uri="{FF2B5EF4-FFF2-40B4-BE49-F238E27FC236}">
                <a16:creationId xmlns:a16="http://schemas.microsoft.com/office/drawing/2014/main" id="{8245DE29-38E0-627D-E7D2-8FE22C76B456}"/>
              </a:ext>
            </a:extLst>
          </p:cNvPr>
          <p:cNvSpPr txBox="1"/>
          <p:nvPr/>
        </p:nvSpPr>
        <p:spPr>
          <a:xfrm>
            <a:off x="6944505" y="6036598"/>
            <a:ext cx="491406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ea typeface="+mn-lt"/>
                <a:cs typeface="+mn-lt"/>
              </a:rPr>
              <a:t>Figure 5:</a:t>
            </a:r>
            <a:r>
              <a:rPr lang="en-GB" sz="1200">
                <a:ea typeface="+mn-lt"/>
                <a:cs typeface="+mn-lt"/>
              </a:rPr>
              <a:t>  Welch two-sample t-test output, confirming that licensed LEGO sets have a significantly higher average number of unique pieces than non-licensed sets (p &lt; 0.001).</a:t>
            </a:r>
          </a:p>
        </p:txBody>
      </p:sp>
      <p:pic>
        <p:nvPicPr>
          <p:cNvPr id="6" name="Picture 5" descr="A red and white logo&#10;&#10;AI-generated content may be incorrect.">
            <a:extLst>
              <a:ext uri="{FF2B5EF4-FFF2-40B4-BE49-F238E27FC236}">
                <a16:creationId xmlns:a16="http://schemas.microsoft.com/office/drawing/2014/main" id="{911693E5-1149-6FB5-675B-978F52700E38}"/>
              </a:ext>
            </a:extLst>
          </p:cNvPr>
          <p:cNvPicPr>
            <a:picLocks noChangeAspect="1"/>
          </p:cNvPicPr>
          <p:nvPr/>
        </p:nvPicPr>
        <p:blipFill>
          <a:blip r:embed="rId3"/>
          <a:stretch>
            <a:fillRect/>
          </a:stretch>
        </p:blipFill>
        <p:spPr>
          <a:xfrm>
            <a:off x="10295860" y="177209"/>
            <a:ext cx="974652" cy="549349"/>
          </a:xfrm>
          <a:prstGeom prst="rect">
            <a:avLst/>
          </a:prstGeom>
        </p:spPr>
      </p:pic>
    </p:spTree>
    <p:extLst>
      <p:ext uri="{BB962C8B-B14F-4D97-AF65-F5344CB8AC3E}">
        <p14:creationId xmlns:p14="http://schemas.microsoft.com/office/powerpoint/2010/main" val="3190335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D9D3EA-7F3A-4404-99BB-3762FD8235EF}"/>
              </a:ext>
            </a:extLst>
          </p:cNvPr>
          <p:cNvSpPr>
            <a:spLocks noGrp="1"/>
          </p:cNvSpPr>
          <p:nvPr>
            <p:ph type="title"/>
          </p:nvPr>
        </p:nvSpPr>
        <p:spPr>
          <a:xfrm>
            <a:off x="218060" y="246474"/>
            <a:ext cx="5468140" cy="1661066"/>
          </a:xfrm>
        </p:spPr>
        <p:txBody>
          <a:bodyPr>
            <a:normAutofit/>
          </a:bodyPr>
          <a:lstStyle/>
          <a:p>
            <a:pPr>
              <a:lnSpc>
                <a:spcPct val="90000"/>
              </a:lnSpc>
            </a:pPr>
            <a:r>
              <a:rPr lang="en-US" sz="2900" b="1">
                <a:solidFill>
                  <a:srgbClr val="EBEBEB"/>
                </a:solidFill>
              </a:rPr>
              <a:t>Theme Analysis – Licensed vs. Non-Licensed sets</a:t>
            </a:r>
            <a:endParaRPr lang="en-GB" sz="2900">
              <a:solidFill>
                <a:srgbClr val="EBEBEB"/>
              </a:solidFill>
            </a:endParaRPr>
          </a:p>
        </p:txBody>
      </p:sp>
      <p:sp>
        <p:nvSpPr>
          <p:cNvPr id="45"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47" name="Freeform: Shape 32">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a:p>
        </p:txBody>
      </p:sp>
      <p:pic>
        <p:nvPicPr>
          <p:cNvPr id="5" name="Content Placeholder 4" descr="A graph with different colored squares&#10;&#10;Description automatically generated">
            <a:extLst>
              <a:ext uri="{FF2B5EF4-FFF2-40B4-BE49-F238E27FC236}">
                <a16:creationId xmlns:a16="http://schemas.microsoft.com/office/drawing/2014/main" id="{4814E969-AC29-A28E-1E6E-29E83CA7EB3F}"/>
              </a:ext>
            </a:extLst>
          </p:cNvPr>
          <p:cNvPicPr>
            <a:picLocks noChangeAspect="1"/>
          </p:cNvPicPr>
          <p:nvPr/>
        </p:nvPicPr>
        <p:blipFill>
          <a:blip r:embed="rId3"/>
          <a:stretch>
            <a:fillRect/>
          </a:stretch>
        </p:blipFill>
        <p:spPr>
          <a:xfrm>
            <a:off x="5572069" y="1293537"/>
            <a:ext cx="6511776" cy="4084707"/>
          </a:xfrm>
          <a:prstGeom prst="rect">
            <a:avLst/>
          </a:prstGeom>
          <a:ln>
            <a:solidFill>
              <a:schemeClr val="tx2"/>
            </a:solidFill>
          </a:ln>
          <a:effectLst/>
        </p:spPr>
      </p:pic>
      <p:sp>
        <p:nvSpPr>
          <p:cNvPr id="48" name="Rectangle 47">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Content Placeholder 12">
            <a:extLst>
              <a:ext uri="{FF2B5EF4-FFF2-40B4-BE49-F238E27FC236}">
                <a16:creationId xmlns:a16="http://schemas.microsoft.com/office/drawing/2014/main" id="{DF90A120-BF69-B80A-11D1-D1192B3E5365}"/>
              </a:ext>
            </a:extLst>
          </p:cNvPr>
          <p:cNvSpPr>
            <a:spLocks noGrp="1"/>
          </p:cNvSpPr>
          <p:nvPr>
            <p:ph idx="1"/>
          </p:nvPr>
        </p:nvSpPr>
        <p:spPr>
          <a:xfrm>
            <a:off x="170936" y="1210407"/>
            <a:ext cx="5040579" cy="5234268"/>
          </a:xfrm>
        </p:spPr>
        <p:txBody>
          <a:bodyPr vert="horz" lIns="91440" tIns="45720" rIns="91440" bIns="45720" rtlCol="0" anchor="t">
            <a:noAutofit/>
          </a:bodyPr>
          <a:lstStyle/>
          <a:p>
            <a:pPr marL="0" indent="0">
              <a:buNone/>
            </a:pPr>
            <a:r>
              <a:rPr lang="en-US" sz="1500">
                <a:solidFill>
                  <a:schemeClr val="bg1"/>
                </a:solidFill>
              </a:rPr>
              <a:t>For</a:t>
            </a:r>
            <a:r>
              <a:rPr lang="en-US" sz="1600" b="1" i="1">
                <a:solidFill>
                  <a:schemeClr val="bg1"/>
                </a:solidFill>
              </a:rPr>
              <a:t> </a:t>
            </a:r>
            <a:r>
              <a:rPr lang="en-US" sz="1600" b="1" i="1">
                <a:solidFill>
                  <a:srgbClr val="8AD0D6"/>
                </a:solidFill>
              </a:rPr>
              <a:t>theme-level analysis</a:t>
            </a:r>
            <a:r>
              <a:rPr lang="en-US" sz="1500">
                <a:solidFill>
                  <a:schemeClr val="bg1"/>
                </a:solidFill>
              </a:rPr>
              <a:t>, licensed and non- licensed themes were </a:t>
            </a:r>
            <a:r>
              <a:rPr lang="en-US" sz="1500" err="1">
                <a:solidFill>
                  <a:schemeClr val="bg1"/>
                </a:solidFill>
              </a:rPr>
              <a:t>analysed</a:t>
            </a:r>
            <a:r>
              <a:rPr lang="en-US" sz="1500">
                <a:solidFill>
                  <a:schemeClr val="bg1"/>
                </a:solidFill>
              </a:rPr>
              <a:t> </a:t>
            </a:r>
            <a:r>
              <a:rPr lang="en-US" sz="1500" b="1" u="sng">
                <a:solidFill>
                  <a:schemeClr val="bg1"/>
                </a:solidFill>
              </a:rPr>
              <a:t>separately</a:t>
            </a:r>
            <a:r>
              <a:rPr lang="en-US" sz="1500">
                <a:solidFill>
                  <a:schemeClr val="bg1"/>
                </a:solidFill>
              </a:rPr>
              <a:t>:</a:t>
            </a:r>
          </a:p>
          <a:p>
            <a:pPr>
              <a:buClr>
                <a:srgbClr val="F7F7F7"/>
              </a:buClr>
              <a:buFont typeface="Wingdings 3"/>
              <a:buChar char=""/>
            </a:pPr>
            <a:r>
              <a:rPr lang="en-US" sz="1500" b="1">
                <a:solidFill>
                  <a:schemeClr val="bg1"/>
                </a:solidFill>
                <a:ea typeface="+mj-lt"/>
                <a:cs typeface="+mj-lt"/>
              </a:rPr>
              <a:t>Unique piece counts vary widely by theme:</a:t>
            </a:r>
            <a:endParaRPr lang="en-GB" sz="1500">
              <a:solidFill>
                <a:schemeClr val="bg1"/>
              </a:solidFill>
            </a:endParaRPr>
          </a:p>
          <a:p>
            <a:pPr lvl="1">
              <a:buClr>
                <a:srgbClr val="F7F7F7"/>
              </a:buClr>
              <a:buFont typeface="Wingdings 3"/>
              <a:buChar char=""/>
            </a:pPr>
            <a:r>
              <a:rPr lang="en-US" sz="1500">
                <a:solidFill>
                  <a:schemeClr val="bg1"/>
                </a:solidFill>
                <a:ea typeface="+mj-lt"/>
                <a:cs typeface="+mj-lt"/>
              </a:rPr>
              <a:t>Unique pieces </a:t>
            </a:r>
            <a:r>
              <a:rPr lang="en-US" sz="1500">
                <a:solidFill>
                  <a:srgbClr val="FFFF00"/>
                </a:solidFill>
                <a:ea typeface="+mj-lt"/>
                <a:cs typeface="+mj-lt"/>
              </a:rPr>
              <a:t>range from </a:t>
            </a:r>
            <a:r>
              <a:rPr lang="en-US" sz="1500" b="1">
                <a:solidFill>
                  <a:srgbClr val="FFFF00"/>
                </a:solidFill>
                <a:ea typeface="+mj-lt"/>
                <a:cs typeface="+mj-lt"/>
              </a:rPr>
              <a:t>17.5 to 533.0</a:t>
            </a:r>
            <a:r>
              <a:rPr lang="en-US" sz="1500">
                <a:solidFill>
                  <a:schemeClr val="bg1"/>
                </a:solidFill>
                <a:ea typeface="+mj-lt"/>
                <a:cs typeface="+mj-lt"/>
              </a:rPr>
              <a:t> </a:t>
            </a:r>
            <a:r>
              <a:rPr lang="en-US" sz="1500">
                <a:solidFill>
                  <a:srgbClr val="FFFF00"/>
                </a:solidFill>
                <a:ea typeface="+mj-lt"/>
                <a:cs typeface="+mj-lt"/>
              </a:rPr>
              <a:t>pieces</a:t>
            </a:r>
            <a:r>
              <a:rPr lang="en-US" sz="1500">
                <a:solidFill>
                  <a:schemeClr val="bg1"/>
                </a:solidFill>
                <a:ea typeface="+mj-lt"/>
                <a:cs typeface="+mj-lt"/>
              </a:rPr>
              <a:t> across </a:t>
            </a:r>
            <a:r>
              <a:rPr lang="en-US" sz="1500" b="1">
                <a:solidFill>
                  <a:srgbClr val="8AD0D6"/>
                </a:solidFill>
                <a:ea typeface="+mj-lt"/>
                <a:cs typeface="+mj-lt"/>
              </a:rPr>
              <a:t>40</a:t>
            </a:r>
            <a:r>
              <a:rPr lang="en-US" sz="1500">
                <a:solidFill>
                  <a:srgbClr val="8AD0D6"/>
                </a:solidFill>
                <a:ea typeface="+mj-lt"/>
                <a:cs typeface="+mj-lt"/>
              </a:rPr>
              <a:t> </a:t>
            </a:r>
            <a:r>
              <a:rPr lang="en-US" sz="1500" b="1">
                <a:solidFill>
                  <a:srgbClr val="8AD0D6"/>
                </a:solidFill>
                <a:ea typeface="+mj-lt"/>
                <a:cs typeface="+mj-lt"/>
              </a:rPr>
              <a:t>themes</a:t>
            </a:r>
            <a:r>
              <a:rPr lang="en-US" sz="1500">
                <a:solidFill>
                  <a:schemeClr val="bg1"/>
                </a:solidFill>
                <a:ea typeface="+mj-lt"/>
                <a:cs typeface="+mj-lt"/>
              </a:rPr>
              <a:t>, representing a </a:t>
            </a:r>
            <a:r>
              <a:rPr lang="en-US" sz="1500" b="1">
                <a:solidFill>
                  <a:schemeClr val="bg1"/>
                </a:solidFill>
                <a:ea typeface="+mj-lt"/>
                <a:cs typeface="+mj-lt"/>
              </a:rPr>
              <a:t>30× difference</a:t>
            </a:r>
            <a:r>
              <a:rPr lang="en-US" sz="1500">
                <a:solidFill>
                  <a:schemeClr val="bg1"/>
                </a:solidFill>
                <a:ea typeface="+mj-lt"/>
                <a:cs typeface="+mj-lt"/>
              </a:rPr>
              <a:t>.</a:t>
            </a:r>
            <a:endParaRPr lang="en-US" sz="1500">
              <a:solidFill>
                <a:schemeClr val="bg1"/>
              </a:solidFill>
            </a:endParaRPr>
          </a:p>
          <a:p>
            <a:pPr lvl="1">
              <a:buClr>
                <a:srgbClr val="F7F7F7"/>
              </a:buClr>
              <a:buFont typeface="Wingdings 3"/>
              <a:buChar char=""/>
            </a:pPr>
            <a:r>
              <a:rPr lang="en-US" sz="1500">
                <a:solidFill>
                  <a:schemeClr val="bg1"/>
                </a:solidFill>
                <a:ea typeface="+mj-lt"/>
                <a:cs typeface="+mj-lt"/>
              </a:rPr>
              <a:t>This highlights a </a:t>
            </a:r>
            <a:r>
              <a:rPr lang="en-US" sz="1600" b="1" i="1">
                <a:solidFill>
                  <a:srgbClr val="8AD0D6"/>
                </a:solidFill>
                <a:ea typeface="+mj-lt"/>
                <a:cs typeface="+mj-lt"/>
              </a:rPr>
              <a:t>strong</a:t>
            </a:r>
            <a:r>
              <a:rPr lang="en-US" sz="1500">
                <a:solidFill>
                  <a:schemeClr val="bg1"/>
                </a:solidFill>
                <a:ea typeface="+mj-lt"/>
                <a:cs typeface="+mj-lt"/>
              </a:rPr>
              <a:t> relationship between </a:t>
            </a:r>
            <a:r>
              <a:rPr lang="en-US" sz="1500" b="1">
                <a:solidFill>
                  <a:schemeClr val="bg1"/>
                </a:solidFill>
                <a:ea typeface="+mj-lt"/>
                <a:cs typeface="+mj-lt"/>
              </a:rPr>
              <a:t>theme identity</a:t>
            </a:r>
            <a:r>
              <a:rPr lang="en-US" sz="1500">
                <a:solidFill>
                  <a:schemeClr val="bg1"/>
                </a:solidFill>
                <a:ea typeface="+mj-lt"/>
                <a:cs typeface="+mj-lt"/>
              </a:rPr>
              <a:t> and the number of</a:t>
            </a:r>
            <a:r>
              <a:rPr lang="en-US" sz="1500" b="1">
                <a:solidFill>
                  <a:schemeClr val="bg1"/>
                </a:solidFill>
                <a:ea typeface="+mj-lt"/>
                <a:cs typeface="+mj-lt"/>
              </a:rPr>
              <a:t> unique pieces</a:t>
            </a:r>
            <a:r>
              <a:rPr lang="en-US" sz="1500">
                <a:solidFill>
                  <a:schemeClr val="bg1"/>
                </a:solidFill>
                <a:ea typeface="+mj-lt"/>
                <a:cs typeface="+mj-lt"/>
              </a:rPr>
              <a:t>.</a:t>
            </a:r>
            <a:endParaRPr lang="en-GB" sz="1500">
              <a:solidFill>
                <a:schemeClr val="bg1"/>
              </a:solidFill>
              <a:ea typeface="+mj-lt"/>
              <a:cs typeface="+mj-lt"/>
            </a:endParaRPr>
          </a:p>
          <a:p>
            <a:pPr>
              <a:buClr>
                <a:srgbClr val="F7F7F7"/>
              </a:buClr>
            </a:pPr>
            <a:r>
              <a:rPr lang="en-US" sz="1500" b="1">
                <a:solidFill>
                  <a:schemeClr val="bg1"/>
                </a:solidFill>
                <a:ea typeface="+mj-lt"/>
                <a:cs typeface="+mj-lt"/>
              </a:rPr>
              <a:t>Highest and lowest themes differ by licensing status:</a:t>
            </a:r>
            <a:endParaRPr lang="en-US" sz="1500">
              <a:solidFill>
                <a:schemeClr val="bg1"/>
              </a:solidFill>
            </a:endParaRPr>
          </a:p>
          <a:p>
            <a:pPr lvl="1">
              <a:buClr>
                <a:srgbClr val="F7F7F7"/>
              </a:buClr>
              <a:buFont typeface="Wingdings 3"/>
              <a:buChar char=""/>
            </a:pPr>
            <a:r>
              <a:rPr lang="en-US" sz="1500" b="1">
                <a:solidFill>
                  <a:schemeClr val="bg1"/>
                </a:solidFill>
                <a:ea typeface="+mj-lt"/>
                <a:cs typeface="+mj-lt"/>
              </a:rPr>
              <a:t>Highest overall:</a:t>
            </a:r>
            <a:r>
              <a:rPr lang="en-US" sz="1500">
                <a:solidFill>
                  <a:schemeClr val="bg1"/>
                </a:solidFill>
                <a:ea typeface="+mj-lt"/>
                <a:cs typeface="+mj-lt"/>
              </a:rPr>
              <a:t> </a:t>
            </a:r>
            <a:r>
              <a:rPr lang="en-US" sz="1500" i="1">
                <a:solidFill>
                  <a:schemeClr val="bg1"/>
                </a:solidFill>
                <a:ea typeface="+mj-lt"/>
                <a:cs typeface="+mj-lt"/>
              </a:rPr>
              <a:t>Stranger Things</a:t>
            </a:r>
            <a:r>
              <a:rPr lang="en-US" sz="1500">
                <a:solidFill>
                  <a:schemeClr val="bg1"/>
                </a:solidFill>
                <a:ea typeface="+mj-lt"/>
                <a:cs typeface="+mj-lt"/>
              </a:rPr>
              <a:t> (</a:t>
            </a:r>
            <a:r>
              <a:rPr lang="en-US" sz="1500">
                <a:solidFill>
                  <a:srgbClr val="8AD0D6"/>
                </a:solidFill>
                <a:ea typeface="+mj-lt"/>
                <a:cs typeface="+mj-lt"/>
              </a:rPr>
              <a:t>Licensed</a:t>
            </a:r>
            <a:r>
              <a:rPr lang="en-US" sz="1500">
                <a:solidFill>
                  <a:schemeClr val="bg1"/>
                </a:solidFill>
                <a:ea typeface="+mj-lt"/>
                <a:cs typeface="+mj-lt"/>
              </a:rPr>
              <a:t>) with </a:t>
            </a:r>
            <a:r>
              <a:rPr lang="en-US" sz="1500" b="1">
                <a:solidFill>
                  <a:schemeClr val="bg1"/>
                </a:solidFill>
                <a:ea typeface="+mj-lt"/>
                <a:cs typeface="+mj-lt"/>
              </a:rPr>
              <a:t>533.0</a:t>
            </a:r>
            <a:r>
              <a:rPr lang="en-US" sz="1500">
                <a:solidFill>
                  <a:schemeClr val="bg1"/>
                </a:solidFill>
                <a:ea typeface="+mj-lt"/>
                <a:cs typeface="+mj-lt"/>
              </a:rPr>
              <a:t> unique pieces &amp; </a:t>
            </a:r>
            <a:r>
              <a:rPr lang="en-US" sz="1500" b="1">
                <a:solidFill>
                  <a:schemeClr val="bg1"/>
                </a:solidFill>
                <a:ea typeface="+mj-lt"/>
                <a:cs typeface="+mj-lt"/>
              </a:rPr>
              <a:t>1</a:t>
            </a:r>
            <a:r>
              <a:rPr lang="en-US" sz="1500">
                <a:solidFill>
                  <a:schemeClr val="bg1"/>
                </a:solidFill>
                <a:ea typeface="+mj-lt"/>
                <a:cs typeface="+mj-lt"/>
              </a:rPr>
              <a:t> LEGO set .</a:t>
            </a:r>
            <a:endParaRPr lang="en-US" sz="1500">
              <a:solidFill>
                <a:schemeClr val="bg1"/>
              </a:solidFill>
            </a:endParaRPr>
          </a:p>
          <a:p>
            <a:pPr lvl="1">
              <a:buClr>
                <a:srgbClr val="F7F7F7"/>
              </a:buClr>
              <a:buFont typeface="Wingdings 3"/>
              <a:buChar char=""/>
            </a:pPr>
            <a:r>
              <a:rPr lang="en-US" sz="1500" b="1">
                <a:solidFill>
                  <a:schemeClr val="bg1"/>
                </a:solidFill>
                <a:ea typeface="+mj-lt"/>
                <a:cs typeface="+mj-lt"/>
              </a:rPr>
              <a:t>Lowest overall:</a:t>
            </a:r>
            <a:r>
              <a:rPr lang="en-US" sz="1500">
                <a:solidFill>
                  <a:schemeClr val="bg1"/>
                </a:solidFill>
                <a:ea typeface="+mj-lt"/>
                <a:cs typeface="+mj-lt"/>
              </a:rPr>
              <a:t> </a:t>
            </a:r>
            <a:r>
              <a:rPr lang="en-US" sz="1500" i="1">
                <a:solidFill>
                  <a:schemeClr val="bg1"/>
                </a:solidFill>
                <a:ea typeface="+mj-lt"/>
                <a:cs typeface="+mj-lt"/>
              </a:rPr>
              <a:t>Xtra</a:t>
            </a:r>
            <a:r>
              <a:rPr lang="en-US" sz="1500">
                <a:solidFill>
                  <a:schemeClr val="bg1"/>
                </a:solidFill>
                <a:ea typeface="+mj-lt"/>
                <a:cs typeface="+mj-lt"/>
              </a:rPr>
              <a:t> (</a:t>
            </a:r>
            <a:r>
              <a:rPr lang="en-US" sz="1500">
                <a:solidFill>
                  <a:srgbClr val="8AD0D6"/>
                </a:solidFill>
                <a:ea typeface="+mj-lt"/>
                <a:cs typeface="+mj-lt"/>
              </a:rPr>
              <a:t>Non-licensed</a:t>
            </a:r>
            <a:r>
              <a:rPr lang="en-US" sz="1500">
                <a:solidFill>
                  <a:schemeClr val="bg1"/>
                </a:solidFill>
                <a:ea typeface="+mj-lt"/>
                <a:cs typeface="+mj-lt"/>
              </a:rPr>
              <a:t>) with </a:t>
            </a:r>
            <a:r>
              <a:rPr lang="en-US" sz="1500" b="1">
                <a:solidFill>
                  <a:schemeClr val="bg1"/>
                </a:solidFill>
                <a:ea typeface="+mj-lt"/>
                <a:cs typeface="+mj-lt"/>
              </a:rPr>
              <a:t>17.5</a:t>
            </a:r>
            <a:r>
              <a:rPr lang="en-US" sz="1500">
                <a:solidFill>
                  <a:schemeClr val="bg1"/>
                </a:solidFill>
                <a:ea typeface="+mj-lt"/>
                <a:cs typeface="+mj-lt"/>
              </a:rPr>
              <a:t> unique pieces &amp; </a:t>
            </a:r>
            <a:r>
              <a:rPr lang="en-US" sz="1500" b="1">
                <a:solidFill>
                  <a:schemeClr val="bg1"/>
                </a:solidFill>
                <a:ea typeface="+mj-lt"/>
                <a:cs typeface="+mj-lt"/>
              </a:rPr>
              <a:t>8</a:t>
            </a:r>
            <a:r>
              <a:rPr lang="en-US" sz="1500">
                <a:solidFill>
                  <a:schemeClr val="bg1"/>
                </a:solidFill>
                <a:ea typeface="+mj-lt"/>
                <a:cs typeface="+mj-lt"/>
              </a:rPr>
              <a:t> LEGO sets .</a:t>
            </a:r>
            <a:endParaRPr lang="en-US" sz="1500">
              <a:solidFill>
                <a:schemeClr val="bg1"/>
              </a:solidFill>
            </a:endParaRPr>
          </a:p>
          <a:p>
            <a:pPr lvl="1">
              <a:buClr>
                <a:srgbClr val="F7F7F7"/>
              </a:buClr>
              <a:buFont typeface="Wingdings 3"/>
              <a:buChar char=""/>
            </a:pPr>
            <a:r>
              <a:rPr lang="en-US" sz="1500">
                <a:solidFill>
                  <a:schemeClr val="bg1"/>
                </a:solidFill>
                <a:ea typeface="+mj-lt"/>
                <a:cs typeface="+mj-lt"/>
              </a:rPr>
              <a:t>Non-licensed themes therefore span both the </a:t>
            </a:r>
            <a:r>
              <a:rPr lang="en-US" sz="1500" b="1">
                <a:solidFill>
                  <a:schemeClr val="bg1"/>
                </a:solidFill>
                <a:ea typeface="+mj-lt"/>
                <a:cs typeface="+mj-lt"/>
              </a:rPr>
              <a:t>highest and lowest extremes</a:t>
            </a:r>
            <a:r>
              <a:rPr lang="en-US" sz="1500">
                <a:solidFill>
                  <a:schemeClr val="bg1"/>
                </a:solidFill>
                <a:ea typeface="+mj-lt"/>
                <a:cs typeface="+mj-lt"/>
              </a:rPr>
              <a:t>.</a:t>
            </a:r>
            <a:endParaRPr lang="en-GB" sz="1500">
              <a:solidFill>
                <a:schemeClr val="bg1"/>
              </a:solidFill>
              <a:ea typeface="+mj-lt"/>
              <a:cs typeface="+mj-lt"/>
            </a:endParaRPr>
          </a:p>
          <a:p>
            <a:pPr marL="457200" lvl="1" indent="0">
              <a:buClr>
                <a:srgbClr val="F7F7F7"/>
              </a:buClr>
              <a:buNone/>
            </a:pPr>
            <a:endParaRPr lang="en-US" sz="1500">
              <a:solidFill>
                <a:schemeClr val="bg1"/>
              </a:solidFill>
              <a:ea typeface="+mj-lt"/>
              <a:cs typeface="+mj-lt"/>
            </a:endParaRPr>
          </a:p>
          <a:p>
            <a:pPr lvl="1">
              <a:buClr>
                <a:srgbClr val="F7F7F7"/>
              </a:buClr>
              <a:buFont typeface="Wingdings 3"/>
              <a:buChar char=""/>
            </a:pPr>
            <a:endParaRPr lang="en-US" sz="1500">
              <a:solidFill>
                <a:schemeClr val="bg1"/>
              </a:solidFill>
              <a:ea typeface="+mj-lt"/>
              <a:cs typeface="+mj-lt"/>
            </a:endParaRPr>
          </a:p>
        </p:txBody>
      </p:sp>
      <p:sp>
        <p:nvSpPr>
          <p:cNvPr id="9" name="TextBox 8">
            <a:extLst>
              <a:ext uri="{FF2B5EF4-FFF2-40B4-BE49-F238E27FC236}">
                <a16:creationId xmlns:a16="http://schemas.microsoft.com/office/drawing/2014/main" id="{01C9EDF7-509F-E3FE-A456-39BBF097EEC7}"/>
              </a:ext>
            </a:extLst>
          </p:cNvPr>
          <p:cNvSpPr txBox="1"/>
          <p:nvPr/>
        </p:nvSpPr>
        <p:spPr>
          <a:xfrm>
            <a:off x="5571023" y="5510182"/>
            <a:ext cx="641096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solidFill>
                  <a:srgbClr val="000000"/>
                </a:solidFill>
              </a:rPr>
              <a:t>Figure 6</a:t>
            </a:r>
            <a:r>
              <a:rPr lang="en-GB" sz="1200">
                <a:solidFill>
                  <a:srgbClr val="000000"/>
                </a:solidFill>
              </a:rPr>
              <a:t>: </a:t>
            </a:r>
            <a:r>
              <a:rPr lang="en-GB" sz="1200"/>
              <a:t>Theme level Box-Plots display</a:t>
            </a:r>
            <a:r>
              <a:rPr lang="en-GB" sz="1200">
                <a:solidFill>
                  <a:srgbClr val="000000"/>
                </a:solidFill>
                <a:ea typeface="+mn-lt"/>
                <a:cs typeface="+mn-lt"/>
              </a:rPr>
              <a:t> the distribution of unique pieces for the top 10 themes by mean value. Both licensed and non-licensed themes are represented, with wide variation within themes and several outliers. This highlights that </a:t>
            </a:r>
            <a:r>
              <a:rPr lang="en-GB" sz="1200" b="1">
                <a:solidFill>
                  <a:srgbClr val="000000"/>
                </a:solidFill>
                <a:ea typeface="+mn-lt"/>
                <a:cs typeface="+mn-lt"/>
              </a:rPr>
              <a:t>theme identity plays a key role in determining unique piece counts</a:t>
            </a:r>
            <a:r>
              <a:rPr lang="en-GB" sz="1200">
                <a:solidFill>
                  <a:srgbClr val="000000"/>
                </a:solidFill>
                <a:ea typeface="+mn-lt"/>
                <a:cs typeface="+mn-lt"/>
              </a:rPr>
              <a:t>, alongside licensing status.</a:t>
            </a:r>
            <a:endParaRPr lang="en-GB">
              <a:ea typeface="+mn-lt"/>
              <a:cs typeface="+mn-lt"/>
            </a:endParaRPr>
          </a:p>
        </p:txBody>
      </p:sp>
      <p:pic>
        <p:nvPicPr>
          <p:cNvPr id="4" name="Picture 3" descr="A red and white logo&#10;&#10;AI-generated content may be incorrect.">
            <a:extLst>
              <a:ext uri="{FF2B5EF4-FFF2-40B4-BE49-F238E27FC236}">
                <a16:creationId xmlns:a16="http://schemas.microsoft.com/office/drawing/2014/main" id="{A7A36120-5F81-4783-794F-E87E8C2C8ACC}"/>
              </a:ext>
            </a:extLst>
          </p:cNvPr>
          <p:cNvPicPr>
            <a:picLocks noChangeAspect="1"/>
          </p:cNvPicPr>
          <p:nvPr/>
        </p:nvPicPr>
        <p:blipFill>
          <a:blip r:embed="rId4"/>
          <a:stretch>
            <a:fillRect/>
          </a:stretch>
        </p:blipFill>
        <p:spPr>
          <a:xfrm>
            <a:off x="10295860" y="177209"/>
            <a:ext cx="974652" cy="549349"/>
          </a:xfrm>
          <a:prstGeom prst="rect">
            <a:avLst/>
          </a:prstGeom>
        </p:spPr>
      </p:pic>
    </p:spTree>
    <p:extLst>
      <p:ext uri="{BB962C8B-B14F-4D97-AF65-F5344CB8AC3E}">
        <p14:creationId xmlns:p14="http://schemas.microsoft.com/office/powerpoint/2010/main" val="16823473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B4C4-27BA-65F8-0AD9-195C67411518}"/>
              </a:ext>
            </a:extLst>
          </p:cNvPr>
          <p:cNvSpPr>
            <a:spLocks noGrp="1"/>
          </p:cNvSpPr>
          <p:nvPr>
            <p:ph type="title"/>
          </p:nvPr>
        </p:nvSpPr>
        <p:spPr/>
        <p:txBody>
          <a:bodyPr/>
          <a:lstStyle/>
          <a:p>
            <a:r>
              <a:rPr lang="en-US" b="1"/>
              <a:t>Q1: Conclusion</a:t>
            </a:r>
            <a:endParaRPr lang="en-GB"/>
          </a:p>
        </p:txBody>
      </p:sp>
      <p:sp>
        <p:nvSpPr>
          <p:cNvPr id="3" name="Content Placeholder 2">
            <a:extLst>
              <a:ext uri="{FF2B5EF4-FFF2-40B4-BE49-F238E27FC236}">
                <a16:creationId xmlns:a16="http://schemas.microsoft.com/office/drawing/2014/main" id="{6D8BDC74-A050-14D0-CC79-38CFCDF0E493}"/>
              </a:ext>
            </a:extLst>
          </p:cNvPr>
          <p:cNvSpPr>
            <a:spLocks noGrp="1"/>
          </p:cNvSpPr>
          <p:nvPr>
            <p:ph idx="1"/>
          </p:nvPr>
        </p:nvSpPr>
        <p:spPr>
          <a:xfrm>
            <a:off x="666414" y="1621063"/>
            <a:ext cx="10139185" cy="3975519"/>
          </a:xfrm>
        </p:spPr>
        <p:txBody>
          <a:bodyPr vert="horz" lIns="91440" tIns="45720" rIns="91440" bIns="45720" rtlCol="0" anchor="t">
            <a:noAutofit/>
          </a:bodyPr>
          <a:lstStyle/>
          <a:p>
            <a:pPr marL="0" indent="0">
              <a:buNone/>
            </a:pPr>
            <a:endParaRPr lang="en-GB" sz="1500" b="1">
              <a:ea typeface="+mj-lt"/>
              <a:cs typeface="+mj-lt"/>
            </a:endParaRPr>
          </a:p>
          <a:p>
            <a:pPr>
              <a:buClr>
                <a:srgbClr val="8AD0D6"/>
              </a:buClr>
            </a:pPr>
            <a:r>
              <a:rPr lang="en-GB" sz="1800">
                <a:ea typeface="+mj-lt"/>
                <a:cs typeface="+mj-lt"/>
              </a:rPr>
              <a:t>To determine whether there is a relationship between </a:t>
            </a:r>
            <a:r>
              <a:rPr lang="en-GB" sz="1800" b="1">
                <a:ea typeface="+mj-lt"/>
                <a:cs typeface="+mj-lt"/>
              </a:rPr>
              <a:t>theme and the number of unique pieces</a:t>
            </a:r>
            <a:r>
              <a:rPr lang="en-GB" sz="1800">
                <a:ea typeface="+mj-lt"/>
                <a:cs typeface="+mj-lt"/>
              </a:rPr>
              <a:t>, we conducted descriptive analysis and hypothesis testing comparing </a:t>
            </a:r>
            <a:r>
              <a:rPr lang="en-GB" sz="1800" b="1">
                <a:ea typeface="+mj-lt"/>
                <a:cs typeface="+mj-lt"/>
              </a:rPr>
              <a:t>licensed and non-licensed LEGO sets</a:t>
            </a:r>
            <a:r>
              <a:rPr lang="en-GB" sz="1800">
                <a:ea typeface="+mj-lt"/>
                <a:cs typeface="+mj-lt"/>
              </a:rPr>
              <a:t>, followed by </a:t>
            </a:r>
            <a:r>
              <a:rPr lang="en-GB" sz="1800" b="1">
                <a:ea typeface="+mj-lt"/>
                <a:cs typeface="+mj-lt"/>
              </a:rPr>
              <a:t>theme-level analysis</a:t>
            </a:r>
            <a:r>
              <a:rPr lang="en-GB" sz="1800">
                <a:ea typeface="+mj-lt"/>
                <a:cs typeface="+mj-lt"/>
              </a:rPr>
              <a:t>.</a:t>
            </a:r>
          </a:p>
          <a:p>
            <a:pPr>
              <a:buClr>
                <a:srgbClr val="8AD0D6"/>
              </a:buClr>
            </a:pPr>
            <a:r>
              <a:rPr lang="en-GB" sz="1800">
                <a:ea typeface="+mj-lt"/>
                <a:cs typeface="+mj-lt"/>
              </a:rPr>
              <a:t>An initial comparison showed that </a:t>
            </a:r>
            <a:r>
              <a:rPr lang="en-GB" sz="1800" b="1">
                <a:solidFill>
                  <a:srgbClr val="FFFF00"/>
                </a:solidFill>
                <a:ea typeface="+mj-lt"/>
                <a:cs typeface="+mj-lt"/>
              </a:rPr>
              <a:t>licensed sets contain more unique pieces on average</a:t>
            </a:r>
            <a:r>
              <a:rPr lang="en-GB" sz="1800" b="1">
                <a:ea typeface="+mj-lt"/>
                <a:cs typeface="+mj-lt"/>
              </a:rPr>
              <a:t>, </a:t>
            </a:r>
            <a:r>
              <a:rPr lang="en-GB" sz="1800">
                <a:ea typeface="+mj-lt"/>
                <a:cs typeface="+mj-lt"/>
              </a:rPr>
              <a:t>with licensed sets containing </a:t>
            </a:r>
            <a:r>
              <a:rPr lang="en-GB" sz="1800" b="1">
                <a:solidFill>
                  <a:srgbClr val="FFFF00"/>
                </a:solidFill>
                <a:ea typeface="+mj-lt"/>
                <a:cs typeface="+mj-lt"/>
              </a:rPr>
              <a:t>35.3 more</a:t>
            </a:r>
            <a:r>
              <a:rPr lang="en-GB" sz="1800" b="1">
                <a:ea typeface="+mj-lt"/>
                <a:cs typeface="+mj-lt"/>
              </a:rPr>
              <a:t> unique pieces on average (33%) </a:t>
            </a:r>
            <a:r>
              <a:rPr lang="en-GB" sz="1800">
                <a:ea typeface="+mj-lt"/>
                <a:cs typeface="+mj-lt"/>
              </a:rPr>
              <a:t>than non-licensed sets, motivating formal hypothesis testing using a </a:t>
            </a:r>
            <a:r>
              <a:rPr lang="en-GB" sz="1800" b="1">
                <a:ea typeface="+mj-lt"/>
                <a:cs typeface="+mj-lt"/>
              </a:rPr>
              <a:t>Welch two-sample t-test</a:t>
            </a:r>
            <a:r>
              <a:rPr lang="en-GB" sz="1800">
                <a:ea typeface="+mj-lt"/>
                <a:cs typeface="+mj-lt"/>
              </a:rPr>
              <a:t>.</a:t>
            </a:r>
          </a:p>
          <a:p>
            <a:pPr>
              <a:buClr>
                <a:srgbClr val="8AD0D6"/>
              </a:buClr>
            </a:pPr>
            <a:r>
              <a:rPr lang="en-GB" sz="1800">
                <a:ea typeface="+mj-lt"/>
                <a:cs typeface="+mj-lt"/>
              </a:rPr>
              <a:t>The t-test revealed a </a:t>
            </a:r>
            <a:r>
              <a:rPr lang="en-GB" sz="1800" b="1">
                <a:ea typeface="+mj-lt"/>
                <a:cs typeface="+mj-lt"/>
              </a:rPr>
              <a:t>statistically significant difference</a:t>
            </a:r>
            <a:r>
              <a:rPr lang="en-GB" sz="1800">
                <a:ea typeface="+mj-lt"/>
                <a:cs typeface="+mj-lt"/>
              </a:rPr>
              <a:t> in mean unique pieces between licensed and non-licensed sets </a:t>
            </a:r>
            <a:r>
              <a:rPr lang="en-GB" sz="1800" b="1">
                <a:ea typeface="+mj-lt"/>
                <a:cs typeface="+mj-lt"/>
              </a:rPr>
              <a:t>(p &lt; 0.001)</a:t>
            </a:r>
            <a:r>
              <a:rPr lang="en-GB" sz="1800">
                <a:ea typeface="+mj-lt"/>
                <a:cs typeface="+mj-lt"/>
              </a:rPr>
              <a:t>, with the effect size suggesting practical significance as well.</a:t>
            </a:r>
          </a:p>
          <a:p>
            <a:pPr>
              <a:buClr>
                <a:srgbClr val="8AD0D6"/>
              </a:buClr>
            </a:pPr>
            <a:r>
              <a:rPr lang="en-GB" sz="1800">
                <a:ea typeface="+mj-lt"/>
                <a:cs typeface="+mj-lt"/>
              </a:rPr>
              <a:t>Theme-level analysis reveals </a:t>
            </a:r>
            <a:r>
              <a:rPr lang="en-GB" sz="1800" b="1">
                <a:ea typeface="+mj-lt"/>
                <a:cs typeface="+mj-lt"/>
              </a:rPr>
              <a:t>substantial variation across themes</a:t>
            </a:r>
            <a:r>
              <a:rPr lang="en-GB" sz="1800">
                <a:ea typeface="+mj-lt"/>
                <a:cs typeface="+mj-lt"/>
              </a:rPr>
              <a:t>, with a </a:t>
            </a:r>
            <a:r>
              <a:rPr lang="en-GB" sz="1800" b="1">
                <a:ea typeface="+mj-lt"/>
                <a:cs typeface="+mj-lt"/>
              </a:rPr>
              <a:t>30× difference</a:t>
            </a:r>
            <a:r>
              <a:rPr lang="en-GB" sz="1800">
                <a:ea typeface="+mj-lt"/>
                <a:cs typeface="+mj-lt"/>
              </a:rPr>
              <a:t> between the lowest and highest themes, demonstrating that </a:t>
            </a:r>
            <a:r>
              <a:rPr lang="en-GB" sz="1800" b="1">
                <a:ea typeface="+mj-lt"/>
                <a:cs typeface="+mj-lt"/>
              </a:rPr>
              <a:t>theme identity strongly influences unique piece counts</a:t>
            </a:r>
            <a:r>
              <a:rPr lang="en-GB" sz="1800">
                <a:ea typeface="+mj-lt"/>
                <a:cs typeface="+mj-lt"/>
              </a:rPr>
              <a:t>.</a:t>
            </a:r>
          </a:p>
          <a:p>
            <a:pPr>
              <a:buClr>
                <a:srgbClr val="8AD0D6"/>
              </a:buClr>
            </a:pPr>
            <a:r>
              <a:rPr lang="en-GB" sz="1800">
                <a:ea typeface="+mj-lt"/>
                <a:cs typeface="+mj-lt"/>
              </a:rPr>
              <a:t>In conclusion, both</a:t>
            </a:r>
            <a:r>
              <a:rPr lang="en-GB" sz="1800" i="1" u="sng">
                <a:solidFill>
                  <a:srgbClr val="FFFF00"/>
                </a:solidFill>
                <a:ea typeface="+mj-lt"/>
                <a:cs typeface="+mj-lt"/>
              </a:rPr>
              <a:t> </a:t>
            </a:r>
            <a:r>
              <a:rPr lang="en-GB" sz="1800" b="1" i="1" u="sng">
                <a:solidFill>
                  <a:srgbClr val="FFFF00"/>
                </a:solidFill>
                <a:ea typeface="+mj-lt"/>
                <a:cs typeface="+mj-lt"/>
              </a:rPr>
              <a:t>theme and licensing status affect unique piece variety</a:t>
            </a:r>
            <a:r>
              <a:rPr lang="en-GB" sz="1800">
                <a:ea typeface="+mj-lt"/>
                <a:cs typeface="+mj-lt"/>
              </a:rPr>
              <a:t>, with </a:t>
            </a:r>
            <a:r>
              <a:rPr lang="en-GB" sz="1800" b="1">
                <a:ea typeface="+mj-lt"/>
                <a:cs typeface="+mj-lt"/>
              </a:rPr>
              <a:t>theme acting as the primary driver</a:t>
            </a:r>
            <a:r>
              <a:rPr lang="en-GB" sz="1800">
                <a:ea typeface="+mj-lt"/>
                <a:cs typeface="+mj-lt"/>
              </a:rPr>
              <a:t> and </a:t>
            </a:r>
            <a:r>
              <a:rPr lang="en-GB" sz="1800" b="1">
                <a:ea typeface="+mj-lt"/>
                <a:cs typeface="+mj-lt"/>
              </a:rPr>
              <a:t>licensing providing an additional, significant effect</a:t>
            </a:r>
            <a:r>
              <a:rPr lang="en-GB" sz="1800">
                <a:ea typeface="+mj-lt"/>
                <a:cs typeface="+mj-lt"/>
              </a:rPr>
              <a:t>.</a:t>
            </a:r>
          </a:p>
          <a:p>
            <a:pPr>
              <a:buClr>
                <a:srgbClr val="8AD0D6"/>
              </a:buClr>
            </a:pPr>
            <a:endParaRPr lang="en-GB" sz="1500"/>
          </a:p>
          <a:p>
            <a:pPr marL="0" indent="0">
              <a:buClr>
                <a:srgbClr val="8AD0D6"/>
              </a:buClr>
              <a:buNone/>
            </a:pPr>
            <a:endParaRPr lang="en-GB" sz="1500"/>
          </a:p>
        </p:txBody>
      </p:sp>
      <p:sp>
        <p:nvSpPr>
          <p:cNvPr id="4" name="TextBox 3">
            <a:extLst>
              <a:ext uri="{FF2B5EF4-FFF2-40B4-BE49-F238E27FC236}">
                <a16:creationId xmlns:a16="http://schemas.microsoft.com/office/drawing/2014/main" id="{83E815C8-53EC-91A9-8B15-313AFD497E1B}"/>
              </a:ext>
            </a:extLst>
          </p:cNvPr>
          <p:cNvSpPr txBox="1"/>
          <p:nvPr/>
        </p:nvSpPr>
        <p:spPr>
          <a:xfrm>
            <a:off x="942814" y="1155915"/>
            <a:ext cx="897610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baseline="0">
                <a:solidFill>
                  <a:srgbClr val="8AD0D6"/>
                </a:solidFill>
                <a:latin typeface="Century Gothic"/>
                <a:ea typeface="Segoe UI"/>
                <a:cs typeface="Segoe UI"/>
              </a:rPr>
              <a:t>Question: Is there a relationship between theme and </a:t>
            </a:r>
            <a:r>
              <a:rPr lang="en-US" sz="2000" b="1">
                <a:solidFill>
                  <a:srgbClr val="8AD0D6"/>
                </a:solidFill>
                <a:latin typeface="Century Gothic"/>
                <a:ea typeface="Segoe UI"/>
                <a:cs typeface="Segoe UI"/>
              </a:rPr>
              <a:t>the number of unique pieces</a:t>
            </a:r>
            <a:r>
              <a:rPr lang="en-US" sz="2000" b="1" baseline="0">
                <a:solidFill>
                  <a:srgbClr val="8AD0D6"/>
                </a:solidFill>
                <a:latin typeface="Century Gothic"/>
                <a:ea typeface="Segoe UI"/>
                <a:cs typeface="Segoe UI"/>
              </a:rPr>
              <a:t>? </a:t>
            </a:r>
            <a:r>
              <a:rPr lang="en-US" sz="2000" b="1">
                <a:solidFill>
                  <a:srgbClr val="8AD0D6"/>
                </a:solidFill>
                <a:latin typeface="Century Gothic"/>
                <a:ea typeface="Segoe UI"/>
                <a:cs typeface="Segoe UI"/>
              </a:rPr>
              <a:t> Do Licensed sets feature more unique pieces</a:t>
            </a:r>
            <a:r>
              <a:rPr lang="en-US" sz="2000" b="1" baseline="0">
                <a:solidFill>
                  <a:srgbClr val="8AD0D6"/>
                </a:solidFill>
                <a:latin typeface="Century Gothic"/>
                <a:ea typeface="Segoe UI"/>
                <a:cs typeface="Segoe UI"/>
              </a:rPr>
              <a:t>?</a:t>
            </a:r>
            <a:endParaRPr lang="en-US" sz="2000">
              <a:solidFill>
                <a:srgbClr val="8AD0D6"/>
              </a:solidFill>
            </a:endParaRPr>
          </a:p>
        </p:txBody>
      </p:sp>
      <p:pic>
        <p:nvPicPr>
          <p:cNvPr id="6" name="Picture 5" descr="A red and white logo&#10;&#10;AI-generated content may be incorrect.">
            <a:extLst>
              <a:ext uri="{FF2B5EF4-FFF2-40B4-BE49-F238E27FC236}">
                <a16:creationId xmlns:a16="http://schemas.microsoft.com/office/drawing/2014/main" id="{397E7BF9-8CB6-D45E-2937-3258BA74AEB6}"/>
              </a:ext>
            </a:extLst>
          </p:cNvPr>
          <p:cNvPicPr>
            <a:picLocks noChangeAspect="1"/>
          </p:cNvPicPr>
          <p:nvPr/>
        </p:nvPicPr>
        <p:blipFill>
          <a:blip r:embed="rId2"/>
          <a:stretch>
            <a:fillRect/>
          </a:stretch>
        </p:blipFill>
        <p:spPr>
          <a:xfrm>
            <a:off x="10295860" y="177209"/>
            <a:ext cx="974652" cy="549349"/>
          </a:xfrm>
          <a:prstGeom prst="rect">
            <a:avLst/>
          </a:prstGeom>
        </p:spPr>
      </p:pic>
    </p:spTree>
    <p:extLst>
      <p:ext uri="{BB962C8B-B14F-4D97-AF65-F5344CB8AC3E}">
        <p14:creationId xmlns:p14="http://schemas.microsoft.com/office/powerpoint/2010/main" val="1290441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1DB20-7DE2-104C-FDC7-84F19F022479}"/>
              </a:ext>
            </a:extLst>
          </p:cNvPr>
          <p:cNvSpPr>
            <a:spLocks noGrp="1"/>
          </p:cNvSpPr>
          <p:nvPr>
            <p:ph type="title"/>
          </p:nvPr>
        </p:nvSpPr>
        <p:spPr>
          <a:xfrm>
            <a:off x="354183" y="16256"/>
            <a:ext cx="10297959" cy="902398"/>
          </a:xfrm>
        </p:spPr>
        <p:txBody>
          <a:bodyPr vert="horz" lIns="91440" tIns="45720" rIns="91440" bIns="45720" rtlCol="0" anchor="t">
            <a:noAutofit/>
          </a:bodyPr>
          <a:lstStyle/>
          <a:p>
            <a:pPr>
              <a:lnSpc>
                <a:spcPct val="90000"/>
              </a:lnSpc>
            </a:pPr>
            <a:br>
              <a:rPr lang="en-US" sz="2500" b="0" i="0" kern="1200"/>
            </a:br>
            <a:r>
              <a:rPr lang="en-US" sz="2500" b="1"/>
              <a:t>Q2: Is</a:t>
            </a:r>
            <a:r>
              <a:rPr lang="en-US" sz="2500" b="1" i="0" kern="1200">
                <a:latin typeface="+mj-lt"/>
                <a:ea typeface="+mj-ea"/>
                <a:cs typeface="+mj-cs"/>
              </a:rPr>
              <a:t> there a relationship between theme and price? Does this relationship change when looking at Retail Price VS Amazon Price?</a:t>
            </a:r>
          </a:p>
        </p:txBody>
      </p:sp>
      <p:sp>
        <p:nvSpPr>
          <p:cNvPr id="103" name="Rectangle 102">
            <a:extLst>
              <a:ext uri="{FF2B5EF4-FFF2-40B4-BE49-F238E27FC236}">
                <a16:creationId xmlns:a16="http://schemas.microsoft.com/office/drawing/2014/main" id="{A93A089E-0A16-452C-B341-0F769780D2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descr="A red and white logo&#10;&#10;AI-generated content may be incorrect.">
            <a:extLst>
              <a:ext uri="{FF2B5EF4-FFF2-40B4-BE49-F238E27FC236}">
                <a16:creationId xmlns:a16="http://schemas.microsoft.com/office/drawing/2014/main" id="{E2D007EC-38F0-44A8-4DC3-F390C69603D1}"/>
              </a:ext>
            </a:extLst>
          </p:cNvPr>
          <p:cNvPicPr>
            <a:picLocks noChangeAspect="1"/>
          </p:cNvPicPr>
          <p:nvPr/>
        </p:nvPicPr>
        <p:blipFill>
          <a:blip r:embed="rId3"/>
          <a:stretch>
            <a:fillRect/>
          </a:stretch>
        </p:blipFill>
        <p:spPr>
          <a:xfrm>
            <a:off x="10300466" y="192005"/>
            <a:ext cx="974652" cy="549349"/>
          </a:xfrm>
          <a:prstGeom prst="rect">
            <a:avLst/>
          </a:prstGeom>
        </p:spPr>
      </p:pic>
      <p:pic>
        <p:nvPicPr>
          <p:cNvPr id="9" name="Content Placeholder 8" descr="A graph with red and black dots&#10;&#10;AI-generated content may be incorrect.">
            <a:extLst>
              <a:ext uri="{FF2B5EF4-FFF2-40B4-BE49-F238E27FC236}">
                <a16:creationId xmlns:a16="http://schemas.microsoft.com/office/drawing/2014/main" id="{F0317365-1D6A-F296-F538-477123DF13D0}"/>
              </a:ext>
            </a:extLst>
          </p:cNvPr>
          <p:cNvPicPr>
            <a:picLocks noGrp="1" noChangeAspect="1"/>
          </p:cNvPicPr>
          <p:nvPr>
            <p:ph idx="1"/>
          </p:nvPr>
        </p:nvPicPr>
        <p:blipFill>
          <a:blip r:embed="rId4"/>
          <a:stretch>
            <a:fillRect/>
          </a:stretch>
        </p:blipFill>
        <p:spPr>
          <a:xfrm>
            <a:off x="4037494" y="1715406"/>
            <a:ext cx="7530167" cy="4605244"/>
          </a:xfrm>
          <a:prstGeom prst="rect">
            <a:avLst/>
          </a:prstGeom>
        </p:spPr>
      </p:pic>
      <p:sp>
        <p:nvSpPr>
          <p:cNvPr id="11" name="TextBox 10">
            <a:extLst>
              <a:ext uri="{FF2B5EF4-FFF2-40B4-BE49-F238E27FC236}">
                <a16:creationId xmlns:a16="http://schemas.microsoft.com/office/drawing/2014/main" id="{A3FF6920-C679-D7B7-8CA6-5B6ECF5513E3}"/>
              </a:ext>
            </a:extLst>
          </p:cNvPr>
          <p:cNvSpPr txBox="1"/>
          <p:nvPr/>
        </p:nvSpPr>
        <p:spPr>
          <a:xfrm>
            <a:off x="358806" y="1468484"/>
            <a:ext cx="3678688"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The Initial analysis on the </a:t>
            </a:r>
            <a:r>
              <a:rPr lang="en-US" sz="1200">
                <a:solidFill>
                  <a:srgbClr val="FFFF00"/>
                </a:solidFill>
              </a:rPr>
              <a:t>Amazon prices</a:t>
            </a:r>
            <a:r>
              <a:rPr lang="en-US" sz="1200"/>
              <a:t> demonstrate the following results:</a:t>
            </a:r>
          </a:p>
          <a:p>
            <a:endParaRPr lang="en-US" sz="1200"/>
          </a:p>
          <a:p>
            <a:r>
              <a:rPr lang="en-US" sz="1200"/>
              <a:t>From the given dataset, there are a total of </a:t>
            </a:r>
            <a:r>
              <a:rPr lang="en-US" sz="1200" b="1"/>
              <a:t>40 Themes</a:t>
            </a:r>
            <a:r>
              <a:rPr lang="en-US" sz="1200"/>
              <a:t>, with some undefined theme names.</a:t>
            </a:r>
          </a:p>
          <a:p>
            <a:endParaRPr lang="en-US" sz="1200"/>
          </a:p>
          <a:p>
            <a:r>
              <a:rPr lang="en-US" sz="1200"/>
              <a:t>The summary of the dataset was first calculated to analyse the Amazon prices:</a:t>
            </a:r>
          </a:p>
          <a:p>
            <a:endParaRPr lang="en-US" sz="1200"/>
          </a:p>
          <a:p>
            <a:pPr marL="285750" indent="-285750">
              <a:buFont typeface="Wingdings"/>
              <a:buChar char="v"/>
            </a:pPr>
            <a:r>
              <a:rPr lang="en-US" sz="1200"/>
              <a:t>The cost of Lego sets on Amazon </a:t>
            </a:r>
            <a:r>
              <a:rPr lang="en-US" sz="1200" b="1"/>
              <a:t>range </a:t>
            </a:r>
            <a:r>
              <a:rPr lang="en-US" sz="1200"/>
              <a:t>from</a:t>
            </a:r>
            <a:r>
              <a:rPr lang="en-US" sz="1200" b="1"/>
              <a:t> $3.44</a:t>
            </a:r>
            <a:r>
              <a:rPr lang="en-US" sz="1200"/>
              <a:t> to </a:t>
            </a:r>
            <a:r>
              <a:rPr lang="en-US" sz="1200" b="1"/>
              <a:t>$699.99</a:t>
            </a:r>
            <a:r>
              <a:rPr lang="en-US" sz="1200"/>
              <a:t>.</a:t>
            </a:r>
          </a:p>
          <a:p>
            <a:pPr marL="285750" indent="-285750">
              <a:buFont typeface="Wingdings"/>
              <a:buChar char="v"/>
            </a:pPr>
            <a:endParaRPr lang="en-US" sz="1200"/>
          </a:p>
          <a:p>
            <a:pPr marL="285750" indent="-285750">
              <a:buFont typeface="Wingdings"/>
              <a:buChar char="v"/>
            </a:pPr>
            <a:r>
              <a:rPr lang="en-US" sz="1200"/>
              <a:t>The </a:t>
            </a:r>
            <a:r>
              <a:rPr lang="en-US" sz="1200" b="1"/>
              <a:t>average </a:t>
            </a:r>
            <a:r>
              <a:rPr lang="en-US" sz="1200"/>
              <a:t>price of Lego sets on Amazon is </a:t>
            </a:r>
            <a:r>
              <a:rPr lang="en-US" sz="1200" b="1"/>
              <a:t>$57.88</a:t>
            </a:r>
            <a:r>
              <a:rPr lang="en-US" sz="1200"/>
              <a:t>. However, the </a:t>
            </a:r>
            <a:r>
              <a:rPr lang="en-US" sz="1200" b="1"/>
              <a:t>median</a:t>
            </a:r>
            <a:r>
              <a:rPr lang="en-US" sz="1200"/>
              <a:t> price is lower at </a:t>
            </a:r>
            <a:r>
              <a:rPr lang="en-US" sz="1200" b="1"/>
              <a:t>$37.33</a:t>
            </a:r>
            <a:r>
              <a:rPr lang="en-US" sz="1200"/>
              <a:t>.This is because there are some Lego sets that are drastically more expensive than the average sets. The</a:t>
            </a:r>
            <a:r>
              <a:rPr lang="en-US" sz="1200" i="1"/>
              <a:t> red dots</a:t>
            </a:r>
            <a:r>
              <a:rPr lang="en-US" sz="1200"/>
              <a:t> on  the Figure </a:t>
            </a:r>
            <a:r>
              <a:rPr lang="en-GB" sz="1200"/>
              <a:t>8 </a:t>
            </a:r>
            <a:r>
              <a:rPr lang="en-US" sz="1200"/>
              <a:t>highlights these particular sets that are </a:t>
            </a:r>
            <a:r>
              <a:rPr lang="en-US" sz="1200" i="1"/>
              <a:t>more expensive than the average prices of the themes </a:t>
            </a:r>
            <a:r>
              <a:rPr lang="en-US" sz="1200"/>
              <a:t>.</a:t>
            </a:r>
          </a:p>
          <a:p>
            <a:pPr marL="285750" indent="-285750">
              <a:buFont typeface="Wingdings"/>
              <a:buChar char="v"/>
            </a:pPr>
            <a:endParaRPr lang="en-US" sz="1200"/>
          </a:p>
          <a:p>
            <a:pPr marL="285750" indent="-285750">
              <a:buFont typeface="Wingdings"/>
              <a:buChar char="v"/>
            </a:pPr>
            <a:r>
              <a:rPr lang="en-US" sz="1200" b="1"/>
              <a:t>75% </a:t>
            </a:r>
            <a:r>
              <a:rPr lang="en-US" sz="1200"/>
              <a:t>of the sets are priced below</a:t>
            </a:r>
            <a:r>
              <a:rPr lang="en-US" sz="1200" b="1"/>
              <a:t> $69.96</a:t>
            </a:r>
            <a:r>
              <a:rPr lang="en-US" sz="1200"/>
              <a:t>, which is a lot lower than the premium Lego sets.</a:t>
            </a:r>
          </a:p>
          <a:p>
            <a:endParaRPr lang="en-US" sz="1200"/>
          </a:p>
          <a:p>
            <a:endParaRPr lang="en-US" sz="1200"/>
          </a:p>
          <a:p>
            <a:endParaRPr lang="en-US" sz="1200"/>
          </a:p>
          <a:p>
            <a:endParaRPr lang="en-US" sz="1200"/>
          </a:p>
          <a:p>
            <a:endParaRPr lang="en-US" sz="1200"/>
          </a:p>
          <a:p>
            <a:endParaRPr lang="en-US" sz="1200"/>
          </a:p>
          <a:p>
            <a:endParaRPr lang="en-US" sz="1200"/>
          </a:p>
        </p:txBody>
      </p:sp>
      <p:sp>
        <p:nvSpPr>
          <p:cNvPr id="3" name="TextBox 2">
            <a:extLst>
              <a:ext uri="{FF2B5EF4-FFF2-40B4-BE49-F238E27FC236}">
                <a16:creationId xmlns:a16="http://schemas.microsoft.com/office/drawing/2014/main" id="{0044F2EC-6844-9E26-9C32-276436383359}"/>
              </a:ext>
            </a:extLst>
          </p:cNvPr>
          <p:cNvSpPr txBox="1"/>
          <p:nvPr/>
        </p:nvSpPr>
        <p:spPr>
          <a:xfrm>
            <a:off x="3974698" y="6322695"/>
            <a:ext cx="709104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Figure 7: Amazon Price across the themes of the data, displayed in a boxplot format.</a:t>
            </a:r>
          </a:p>
        </p:txBody>
      </p:sp>
    </p:spTree>
    <p:extLst>
      <p:ext uri="{BB962C8B-B14F-4D97-AF65-F5344CB8AC3E}">
        <p14:creationId xmlns:p14="http://schemas.microsoft.com/office/powerpoint/2010/main" val="1937340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FB187804-69CF-9B13-333C-B3891DE16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C1A674-225E-5D34-5879-0E0EC936E9E7}"/>
              </a:ext>
            </a:extLst>
          </p:cNvPr>
          <p:cNvSpPr>
            <a:spLocks noGrp="1"/>
          </p:cNvSpPr>
          <p:nvPr>
            <p:ph type="title"/>
          </p:nvPr>
        </p:nvSpPr>
        <p:spPr>
          <a:xfrm>
            <a:off x="490780" y="600511"/>
            <a:ext cx="6140536" cy="577717"/>
          </a:xfrm>
        </p:spPr>
        <p:txBody>
          <a:bodyPr>
            <a:noAutofit/>
          </a:bodyPr>
          <a:lstStyle/>
          <a:p>
            <a:pPr>
              <a:lnSpc>
                <a:spcPct val="90000"/>
              </a:lnSpc>
              <a:spcBef>
                <a:spcPts val="1000"/>
              </a:spcBef>
            </a:pPr>
            <a:r>
              <a:rPr lang="en-US" sz="2500" b="1"/>
              <a:t>Exploratory Data Analysis Continued</a:t>
            </a:r>
          </a:p>
        </p:txBody>
      </p:sp>
      <p:pic>
        <p:nvPicPr>
          <p:cNvPr id="5" name="Picture 4" descr="A red and white logo&#10;&#10;AI-generated content may be incorrect.">
            <a:extLst>
              <a:ext uri="{FF2B5EF4-FFF2-40B4-BE49-F238E27FC236}">
                <a16:creationId xmlns:a16="http://schemas.microsoft.com/office/drawing/2014/main" id="{1668EDEA-776B-BBCE-A3BF-D77DF0AD1FA2}"/>
              </a:ext>
            </a:extLst>
          </p:cNvPr>
          <p:cNvPicPr>
            <a:picLocks noChangeAspect="1"/>
          </p:cNvPicPr>
          <p:nvPr/>
        </p:nvPicPr>
        <p:blipFill>
          <a:blip r:embed="rId3"/>
          <a:stretch>
            <a:fillRect/>
          </a:stretch>
        </p:blipFill>
        <p:spPr>
          <a:xfrm>
            <a:off x="10295860" y="177209"/>
            <a:ext cx="974652" cy="549349"/>
          </a:xfrm>
          <a:prstGeom prst="rect">
            <a:avLst/>
          </a:prstGeom>
        </p:spPr>
      </p:pic>
      <p:pic>
        <p:nvPicPr>
          <p:cNvPr id="7" name="Picture 6" descr="A graph with red and blue lines&#10;&#10;AI-generated content may be incorrect.">
            <a:extLst>
              <a:ext uri="{FF2B5EF4-FFF2-40B4-BE49-F238E27FC236}">
                <a16:creationId xmlns:a16="http://schemas.microsoft.com/office/drawing/2014/main" id="{C224D7BB-5E64-A700-BF7C-455FF896CF1A}"/>
              </a:ext>
            </a:extLst>
          </p:cNvPr>
          <p:cNvPicPr>
            <a:picLocks noChangeAspect="1"/>
          </p:cNvPicPr>
          <p:nvPr/>
        </p:nvPicPr>
        <p:blipFill>
          <a:blip r:embed="rId4"/>
          <a:stretch>
            <a:fillRect/>
          </a:stretch>
        </p:blipFill>
        <p:spPr>
          <a:xfrm>
            <a:off x="3609936" y="1315197"/>
            <a:ext cx="7935237" cy="4931834"/>
          </a:xfrm>
          <a:prstGeom prst="rect">
            <a:avLst/>
          </a:prstGeom>
        </p:spPr>
      </p:pic>
      <p:sp>
        <p:nvSpPr>
          <p:cNvPr id="9" name="TextBox 8">
            <a:extLst>
              <a:ext uri="{FF2B5EF4-FFF2-40B4-BE49-F238E27FC236}">
                <a16:creationId xmlns:a16="http://schemas.microsoft.com/office/drawing/2014/main" id="{E474F1C2-8EF1-F589-311C-FE8520DE0F85}"/>
              </a:ext>
            </a:extLst>
          </p:cNvPr>
          <p:cNvSpPr txBox="1"/>
          <p:nvPr/>
        </p:nvSpPr>
        <p:spPr>
          <a:xfrm>
            <a:off x="-2683" y="1315679"/>
            <a:ext cx="3599231" cy="4985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t>The Initial analysis continued on the</a:t>
            </a:r>
            <a:r>
              <a:rPr lang="en-US" sz="1300">
                <a:solidFill>
                  <a:srgbClr val="00B0F0"/>
                </a:solidFill>
              </a:rPr>
              <a:t> Retail prices</a:t>
            </a:r>
            <a:r>
              <a:rPr lang="en-US" sz="1300"/>
              <a:t> demonstrate the following results:</a:t>
            </a:r>
          </a:p>
          <a:p>
            <a:endParaRPr lang="en-US" sz="1300"/>
          </a:p>
          <a:p>
            <a:endParaRPr lang="en-US" sz="1300">
              <a:latin typeface="Century Gothic"/>
            </a:endParaRPr>
          </a:p>
          <a:p>
            <a:pPr marL="228600" indent="-228600">
              <a:buFont typeface="Wingdings"/>
              <a:buChar char="v"/>
            </a:pPr>
            <a:r>
              <a:rPr lang="en-US" sz="1300">
                <a:latin typeface="Century Gothic"/>
              </a:rPr>
              <a:t>The </a:t>
            </a:r>
            <a:r>
              <a:rPr lang="en-US" sz="1300" b="1">
                <a:latin typeface="Century Gothic"/>
              </a:rPr>
              <a:t>minimum </a:t>
            </a:r>
            <a:r>
              <a:rPr lang="en-US" sz="1300">
                <a:latin typeface="Century Gothic"/>
              </a:rPr>
              <a:t>retail price is</a:t>
            </a:r>
            <a:r>
              <a:rPr lang="en-US" sz="1300" b="1">
                <a:latin typeface="Century Gothic"/>
              </a:rPr>
              <a:t> $3.99</a:t>
            </a:r>
            <a:r>
              <a:rPr lang="en-US" sz="1300">
                <a:latin typeface="Century Gothic"/>
              </a:rPr>
              <a:t>, and </a:t>
            </a:r>
            <a:r>
              <a:rPr lang="en-US" sz="1300" b="1">
                <a:latin typeface="Century Gothic"/>
              </a:rPr>
              <a:t>25%</a:t>
            </a:r>
            <a:r>
              <a:rPr lang="en-US" sz="1300">
                <a:latin typeface="Century Gothic"/>
              </a:rPr>
              <a:t> of sets cost </a:t>
            </a:r>
            <a:r>
              <a:rPr lang="en-US" sz="1300" b="1">
                <a:latin typeface="Century Gothic"/>
              </a:rPr>
              <a:t>$14.99</a:t>
            </a:r>
            <a:r>
              <a:rPr lang="en-US" sz="1300">
                <a:latin typeface="Century Gothic"/>
              </a:rPr>
              <a:t> or less, indicating an entry-level segment of low-priced products.</a:t>
            </a:r>
          </a:p>
          <a:p>
            <a:pPr marL="228600" indent="-228600">
              <a:buFont typeface="Wingdings"/>
              <a:buChar char="v"/>
            </a:pPr>
            <a:endParaRPr lang="en-US" sz="1300"/>
          </a:p>
          <a:p>
            <a:pPr marL="228600" indent="-228600">
              <a:buFont typeface="Wingdings"/>
              <a:buChar char="v"/>
            </a:pPr>
            <a:r>
              <a:rPr lang="en-US" sz="1300">
                <a:latin typeface="Century Gothic"/>
              </a:rPr>
              <a:t>The </a:t>
            </a:r>
            <a:r>
              <a:rPr lang="en-US" sz="1300" b="1">
                <a:latin typeface="Century Gothic"/>
              </a:rPr>
              <a:t>median</a:t>
            </a:r>
            <a:r>
              <a:rPr lang="en-US" sz="1300">
                <a:latin typeface="Century Gothic"/>
              </a:rPr>
              <a:t> is </a:t>
            </a:r>
            <a:r>
              <a:rPr lang="en-US" sz="1300" b="1">
                <a:latin typeface="Century Gothic"/>
              </a:rPr>
              <a:t>$29.99</a:t>
            </a:r>
            <a:r>
              <a:rPr lang="en-US" sz="1300">
                <a:latin typeface="Century Gothic"/>
              </a:rPr>
              <a:t>, while the</a:t>
            </a:r>
            <a:r>
              <a:rPr lang="en-US" sz="1300" b="1">
                <a:latin typeface="Century Gothic"/>
              </a:rPr>
              <a:t> mean</a:t>
            </a:r>
            <a:r>
              <a:rPr lang="en-US" sz="1300">
                <a:latin typeface="Century Gothic"/>
              </a:rPr>
              <a:t> is higher at </a:t>
            </a:r>
            <a:r>
              <a:rPr lang="en-US" sz="1300" b="1">
                <a:latin typeface="Century Gothic"/>
              </a:rPr>
              <a:t>45.83</a:t>
            </a:r>
            <a:r>
              <a:rPr lang="en-US" sz="1300">
                <a:latin typeface="Century Gothic"/>
              </a:rPr>
              <a:t>, showing that a smaller number of expensive sets pull the average up, as shown in Figure 8.</a:t>
            </a:r>
          </a:p>
          <a:p>
            <a:pPr marL="342900" indent="-342900">
              <a:buFont typeface="Wingdings"/>
              <a:buChar char="v"/>
            </a:pPr>
            <a:endParaRPr lang="en-US" sz="1300"/>
          </a:p>
          <a:p>
            <a:pPr marL="228600" indent="-228600">
              <a:buFont typeface="Wingdings"/>
              <a:buChar char="v"/>
            </a:pPr>
            <a:r>
              <a:rPr lang="en-US" sz="1300" b="1">
                <a:latin typeface="Century Gothic"/>
              </a:rPr>
              <a:t>75% </a:t>
            </a:r>
            <a:r>
              <a:rPr lang="en-US" sz="1300">
                <a:latin typeface="Century Gothic"/>
              </a:rPr>
              <a:t>of sets are priced at or below </a:t>
            </a:r>
            <a:r>
              <a:rPr lang="en-US" sz="1300" b="1">
                <a:latin typeface="Century Gothic"/>
              </a:rPr>
              <a:t>$59.99</a:t>
            </a:r>
            <a:r>
              <a:rPr lang="en-US" sz="1300">
                <a:latin typeface="Century Gothic"/>
              </a:rPr>
              <a:t>, but the </a:t>
            </a:r>
            <a:r>
              <a:rPr lang="en-US" sz="1300" b="1">
                <a:latin typeface="Century Gothic"/>
              </a:rPr>
              <a:t>maximum</a:t>
            </a:r>
            <a:r>
              <a:rPr lang="en-US" sz="1300">
                <a:latin typeface="Century Gothic"/>
              </a:rPr>
              <a:t> is </a:t>
            </a:r>
            <a:r>
              <a:rPr lang="en-US" sz="1300" b="1">
                <a:latin typeface="Century Gothic"/>
              </a:rPr>
              <a:t>$699.99</a:t>
            </a:r>
            <a:r>
              <a:rPr lang="en-US" sz="1300">
                <a:latin typeface="Century Gothic"/>
              </a:rPr>
              <a:t>, confirming the presence of a long upper tail of premium sets that are much more expensive than the typical product. This illustrates the possibility of a collector market in the brand not for the average user.</a:t>
            </a:r>
          </a:p>
          <a:p>
            <a:pPr marL="342900" indent="-342900">
              <a:buFont typeface="Wingdings"/>
              <a:buChar char="v"/>
            </a:pPr>
            <a:endParaRPr lang="en-US" sz="1600"/>
          </a:p>
          <a:p>
            <a:pPr marL="342900" indent="-342900">
              <a:buFont typeface="Wingdings"/>
              <a:buChar char="v"/>
            </a:pPr>
            <a:endParaRPr lang="en-US" sz="1600"/>
          </a:p>
        </p:txBody>
      </p:sp>
      <p:sp>
        <p:nvSpPr>
          <p:cNvPr id="4" name="TextBox 3">
            <a:extLst>
              <a:ext uri="{FF2B5EF4-FFF2-40B4-BE49-F238E27FC236}">
                <a16:creationId xmlns:a16="http://schemas.microsoft.com/office/drawing/2014/main" id="{76C8D40C-A187-1DAF-ECA1-0534F9B4CA8D}"/>
              </a:ext>
            </a:extLst>
          </p:cNvPr>
          <p:cNvSpPr txBox="1"/>
          <p:nvPr/>
        </p:nvSpPr>
        <p:spPr>
          <a:xfrm>
            <a:off x="3560708" y="6347425"/>
            <a:ext cx="752639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Figure 8: Retail Price across the themes , displayed in a boxplot format. </a:t>
            </a:r>
          </a:p>
        </p:txBody>
      </p:sp>
    </p:spTree>
    <p:extLst>
      <p:ext uri="{BB962C8B-B14F-4D97-AF65-F5344CB8AC3E}">
        <p14:creationId xmlns:p14="http://schemas.microsoft.com/office/powerpoint/2010/main" val="664851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E8B1E33B-84AB-89A5-34D3-CCAA93D5B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36A5AC-7AAD-2868-C07E-498653F462D0}"/>
              </a:ext>
            </a:extLst>
          </p:cNvPr>
          <p:cNvSpPr>
            <a:spLocks noGrp="1"/>
          </p:cNvSpPr>
          <p:nvPr>
            <p:ph type="title"/>
          </p:nvPr>
        </p:nvSpPr>
        <p:spPr>
          <a:xfrm>
            <a:off x="646111" y="570781"/>
            <a:ext cx="3435754" cy="1272222"/>
          </a:xfrm>
        </p:spPr>
        <p:txBody>
          <a:bodyPr anchor="b">
            <a:normAutofit fontScale="90000"/>
          </a:bodyPr>
          <a:lstStyle/>
          <a:p>
            <a:pPr>
              <a:lnSpc>
                <a:spcPct val="90000"/>
              </a:lnSpc>
            </a:pPr>
            <a:r>
              <a:rPr lang="en-US" sz="3200" b="1"/>
              <a:t>Dataset Cleaning and Categorisation</a:t>
            </a:r>
            <a:endParaRPr lang="en-US" sz="3200"/>
          </a:p>
        </p:txBody>
      </p:sp>
      <p:sp>
        <p:nvSpPr>
          <p:cNvPr id="34" name="Freeform: Shape 33">
            <a:extLst>
              <a:ext uri="{FF2B5EF4-FFF2-40B4-BE49-F238E27FC236}">
                <a16:creationId xmlns:a16="http://schemas.microsoft.com/office/drawing/2014/main" id="{C77F74B7-5344-4985-8463-5B8EE7030F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US"/>
          </a:p>
        </p:txBody>
      </p:sp>
      <p:sp>
        <p:nvSpPr>
          <p:cNvPr id="38" name="Freeform 23">
            <a:extLst>
              <a:ext uri="{FF2B5EF4-FFF2-40B4-BE49-F238E27FC236}">
                <a16:creationId xmlns:a16="http://schemas.microsoft.com/office/drawing/2014/main" id="{0E38218E-B21F-433A-BB44-F15DE7DC66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40" name="Rectangle 39">
            <a:extLst>
              <a:ext uri="{FF2B5EF4-FFF2-40B4-BE49-F238E27FC236}">
                <a16:creationId xmlns:a16="http://schemas.microsoft.com/office/drawing/2014/main" id="{080DD7D4-CD57-4577-ACCC-43E1C72F77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09625D78-E943-401B-282C-FDC17EEDFB99}"/>
              </a:ext>
            </a:extLst>
          </p:cNvPr>
          <p:cNvSpPr>
            <a:spLocks noGrp="1"/>
          </p:cNvSpPr>
          <p:nvPr>
            <p:ph idx="1"/>
          </p:nvPr>
        </p:nvSpPr>
        <p:spPr>
          <a:xfrm>
            <a:off x="646111" y="2340871"/>
            <a:ext cx="3104751" cy="3947153"/>
          </a:xfrm>
        </p:spPr>
        <p:txBody>
          <a:bodyPr vert="horz" lIns="91440" tIns="45720" rIns="91440" bIns="45720" rtlCol="0" anchor="t">
            <a:noAutofit/>
          </a:bodyPr>
          <a:lstStyle/>
          <a:p>
            <a:pPr>
              <a:lnSpc>
                <a:spcPct val="90000"/>
              </a:lnSpc>
              <a:buFont typeface="Wingdings" charset="2"/>
              <a:buChar char="v"/>
            </a:pPr>
            <a:r>
              <a:rPr lang="en-US" sz="1600" b="1"/>
              <a:t>Categorisation </a:t>
            </a:r>
            <a:r>
              <a:rPr lang="en-US" sz="1600"/>
              <a:t>– </a:t>
            </a:r>
            <a:r>
              <a:rPr lang="en-US" sz="1600">
                <a:latin typeface="Arial"/>
                <a:cs typeface="Arial"/>
              </a:rPr>
              <a:t>The original data set had </a:t>
            </a:r>
            <a:r>
              <a:rPr lang="en-US" sz="1600" b="1">
                <a:latin typeface="Arial"/>
                <a:cs typeface="Arial"/>
              </a:rPr>
              <a:t>40 Themes </a:t>
            </a:r>
            <a:r>
              <a:rPr lang="en-US" sz="1600">
                <a:latin typeface="Arial"/>
                <a:cs typeface="Arial"/>
              </a:rPr>
              <a:t>in total which would make analysis complex, so we decided to re-categorise the theme data into </a:t>
            </a:r>
            <a:r>
              <a:rPr lang="en-US" sz="1600" b="1">
                <a:latin typeface="Arial"/>
                <a:cs typeface="Arial"/>
              </a:rPr>
              <a:t>Externals </a:t>
            </a:r>
            <a:r>
              <a:rPr lang="en-US" sz="1600">
                <a:latin typeface="Arial"/>
                <a:cs typeface="Arial"/>
              </a:rPr>
              <a:t>(licensed and trademark LEGO sets) and </a:t>
            </a:r>
            <a:r>
              <a:rPr lang="en-US" sz="1600" b="1">
                <a:latin typeface="Arial"/>
                <a:cs typeface="Arial"/>
              </a:rPr>
              <a:t>Lego Originals</a:t>
            </a:r>
            <a:r>
              <a:rPr lang="en-US" sz="1600">
                <a:latin typeface="Arial"/>
                <a:cs typeface="Arial"/>
              </a:rPr>
              <a:t> (In-house Lego</a:t>
            </a:r>
            <a:r>
              <a:rPr lang="en-GB" sz="1600">
                <a:latin typeface="Arial"/>
                <a:cs typeface="Arial"/>
              </a:rPr>
              <a:t> themes.</a:t>
            </a:r>
            <a:r>
              <a:rPr lang="en-US" sz="1600">
                <a:latin typeface="Arial"/>
                <a:cs typeface="Arial"/>
              </a:rPr>
              <a:t>)</a:t>
            </a:r>
            <a:r>
              <a:rPr lang="en-GB" sz="1600">
                <a:latin typeface="Arial"/>
                <a:cs typeface="Arial"/>
              </a:rPr>
              <a:t>[2].</a:t>
            </a:r>
            <a:br>
              <a:rPr lang="en-US" sz="1600">
                <a:latin typeface="Arial"/>
                <a:cs typeface="Arial"/>
              </a:rPr>
            </a:br>
            <a:endParaRPr lang="en-US" sz="1600">
              <a:solidFill>
                <a:srgbClr val="000000"/>
              </a:solidFill>
              <a:latin typeface="Arial"/>
              <a:cs typeface="Arial"/>
            </a:endParaRPr>
          </a:p>
          <a:p>
            <a:pPr>
              <a:lnSpc>
                <a:spcPct val="90000"/>
              </a:lnSpc>
              <a:buClr>
                <a:srgbClr val="8AD0D6"/>
              </a:buClr>
              <a:buFont typeface="Wingdings" charset="2"/>
              <a:buChar char="v"/>
            </a:pPr>
            <a:r>
              <a:rPr lang="en-US" sz="1600">
                <a:ea typeface="+mj-lt"/>
                <a:cs typeface="+mj-lt"/>
              </a:rPr>
              <a:t>The final representation of Theme vs Prices (Amazon and Retail) is as displayed </a:t>
            </a:r>
            <a:r>
              <a:rPr lang="en-US" sz="1600"/>
              <a:t>in Figure </a:t>
            </a:r>
            <a:r>
              <a:rPr lang="en-GB" sz="1600"/>
              <a:t>9</a:t>
            </a:r>
            <a:r>
              <a:rPr lang="en-US" sz="1600"/>
              <a:t>.</a:t>
            </a:r>
          </a:p>
          <a:p>
            <a:pPr>
              <a:lnSpc>
                <a:spcPct val="90000"/>
              </a:lnSpc>
              <a:buClr>
                <a:srgbClr val="8AD0D6"/>
              </a:buClr>
              <a:buFont typeface="Wingdings" charset="2"/>
              <a:buChar char="v"/>
            </a:pPr>
            <a:endParaRPr lang="en-US" sz="1400"/>
          </a:p>
          <a:p>
            <a:pPr>
              <a:lnSpc>
                <a:spcPct val="90000"/>
              </a:lnSpc>
              <a:buClr>
                <a:srgbClr val="8AD0D6"/>
              </a:buClr>
              <a:buFont typeface="Wingdings" charset="2"/>
              <a:buChar char="v"/>
            </a:pPr>
            <a:endParaRPr lang="en-US" sz="1400"/>
          </a:p>
        </p:txBody>
      </p:sp>
      <p:pic>
        <p:nvPicPr>
          <p:cNvPr id="10" name="Picture 9">
            <a:extLst>
              <a:ext uri="{FF2B5EF4-FFF2-40B4-BE49-F238E27FC236}">
                <a16:creationId xmlns:a16="http://schemas.microsoft.com/office/drawing/2014/main" id="{8F5BCC18-55CD-0486-23D9-2A3D270D814D}"/>
              </a:ext>
            </a:extLst>
          </p:cNvPr>
          <p:cNvPicPr>
            <a:picLocks noChangeAspect="1"/>
          </p:cNvPicPr>
          <p:nvPr/>
        </p:nvPicPr>
        <p:blipFill>
          <a:blip r:embed="rId3"/>
          <a:srcRect r="26328"/>
          <a:stretch>
            <a:fillRect/>
          </a:stretch>
        </p:blipFill>
        <p:spPr>
          <a:xfrm>
            <a:off x="4720031" y="452566"/>
            <a:ext cx="3108941" cy="5734246"/>
          </a:xfrm>
          <a:prstGeom prst="rect">
            <a:avLst/>
          </a:prstGeom>
          <a:ln>
            <a:solidFill>
              <a:schemeClr val="accent4">
                <a:lumMod val="75000"/>
              </a:schemeClr>
            </a:solidFill>
            <a:prstDash val="solid"/>
          </a:ln>
          <a:effectLst/>
        </p:spPr>
      </p:pic>
      <p:pic>
        <p:nvPicPr>
          <p:cNvPr id="11" name="Picture 10" descr="A red and white logo&#10;&#10;AI-generated content may be incorrect.">
            <a:extLst>
              <a:ext uri="{FF2B5EF4-FFF2-40B4-BE49-F238E27FC236}">
                <a16:creationId xmlns:a16="http://schemas.microsoft.com/office/drawing/2014/main" id="{9A455E71-BDA9-B353-A7BD-9FD1A6F40702}"/>
              </a:ext>
            </a:extLst>
          </p:cNvPr>
          <p:cNvPicPr>
            <a:picLocks noChangeAspect="1"/>
          </p:cNvPicPr>
          <p:nvPr/>
        </p:nvPicPr>
        <p:blipFill>
          <a:blip r:embed="rId4"/>
          <a:stretch>
            <a:fillRect/>
          </a:stretch>
        </p:blipFill>
        <p:spPr>
          <a:xfrm>
            <a:off x="10439634" y="62190"/>
            <a:ext cx="643973" cy="391199"/>
          </a:xfrm>
          <a:prstGeom prst="rect">
            <a:avLst/>
          </a:prstGeom>
        </p:spPr>
      </p:pic>
      <p:pic>
        <p:nvPicPr>
          <p:cNvPr id="12" name="Picture 11">
            <a:extLst>
              <a:ext uri="{FF2B5EF4-FFF2-40B4-BE49-F238E27FC236}">
                <a16:creationId xmlns:a16="http://schemas.microsoft.com/office/drawing/2014/main" id="{DEA9D66D-34E0-DC82-5538-BF501DD49F19}"/>
              </a:ext>
            </a:extLst>
          </p:cNvPr>
          <p:cNvPicPr>
            <a:picLocks noChangeAspect="1"/>
          </p:cNvPicPr>
          <p:nvPr/>
        </p:nvPicPr>
        <p:blipFill>
          <a:blip r:embed="rId5"/>
          <a:srcRect r="26315" b="-112"/>
          <a:stretch>
            <a:fillRect/>
          </a:stretch>
        </p:blipFill>
        <p:spPr>
          <a:xfrm>
            <a:off x="8034192" y="466944"/>
            <a:ext cx="3099139" cy="5718848"/>
          </a:xfrm>
          <a:prstGeom prst="rect">
            <a:avLst/>
          </a:prstGeom>
          <a:ln>
            <a:solidFill>
              <a:schemeClr val="accent5">
                <a:lumMod val="75000"/>
              </a:schemeClr>
            </a:solidFill>
          </a:ln>
          <a:effectLst/>
        </p:spPr>
      </p:pic>
      <p:sp>
        <p:nvSpPr>
          <p:cNvPr id="5" name="TextBox 4">
            <a:extLst>
              <a:ext uri="{FF2B5EF4-FFF2-40B4-BE49-F238E27FC236}">
                <a16:creationId xmlns:a16="http://schemas.microsoft.com/office/drawing/2014/main" id="{D8425BF3-9093-F8E4-602D-39E445AFFA64}"/>
              </a:ext>
            </a:extLst>
          </p:cNvPr>
          <p:cNvSpPr txBox="1"/>
          <p:nvPr/>
        </p:nvSpPr>
        <p:spPr>
          <a:xfrm>
            <a:off x="4162065" y="6577462"/>
            <a:ext cx="686752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fifi</a:t>
            </a:r>
          </a:p>
        </p:txBody>
      </p:sp>
      <p:sp>
        <p:nvSpPr>
          <p:cNvPr id="6" name="TextBox 5">
            <a:extLst>
              <a:ext uri="{FF2B5EF4-FFF2-40B4-BE49-F238E27FC236}">
                <a16:creationId xmlns:a16="http://schemas.microsoft.com/office/drawing/2014/main" id="{16388E36-6017-10BA-8CF0-D3C180CDE2FC}"/>
              </a:ext>
            </a:extLst>
          </p:cNvPr>
          <p:cNvSpPr txBox="1"/>
          <p:nvPr/>
        </p:nvSpPr>
        <p:spPr>
          <a:xfrm>
            <a:off x="4720031" y="6296923"/>
            <a:ext cx="61713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solidFill>
                  <a:srgbClr val="000000"/>
                </a:solidFill>
              </a:rPr>
              <a:t>Figure 9: Box plots illustrating the new variable created within Themes. </a:t>
            </a:r>
          </a:p>
        </p:txBody>
      </p:sp>
    </p:spTree>
    <p:extLst>
      <p:ext uri="{BB962C8B-B14F-4D97-AF65-F5344CB8AC3E}">
        <p14:creationId xmlns:p14="http://schemas.microsoft.com/office/powerpoint/2010/main" val="105838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AB0F3-44F0-913A-4A86-EA181BF277C6}"/>
              </a:ext>
            </a:extLst>
          </p:cNvPr>
          <p:cNvSpPr>
            <a:spLocks noGrp="1"/>
          </p:cNvSpPr>
          <p:nvPr>
            <p:ph type="title"/>
          </p:nvPr>
        </p:nvSpPr>
        <p:spPr>
          <a:xfrm>
            <a:off x="646111" y="374565"/>
            <a:ext cx="9404723" cy="1400530"/>
          </a:xfrm>
        </p:spPr>
        <p:txBody>
          <a:bodyPr/>
          <a:lstStyle/>
          <a:p>
            <a:r>
              <a:rPr lang="en-US" sz="2500" b="1"/>
              <a:t>Results of Investigation</a:t>
            </a:r>
            <a:br>
              <a:rPr lang="en-US" sz="2500" b="1"/>
            </a:br>
            <a:r>
              <a:rPr lang="en-US" sz="2500" b="1"/>
              <a:t>Hypothesis testing : T-Test</a:t>
            </a:r>
            <a:endParaRPr lang="en-US" sz="2500"/>
          </a:p>
        </p:txBody>
      </p:sp>
      <p:sp>
        <p:nvSpPr>
          <p:cNvPr id="8" name="Text Placeholder 7">
            <a:extLst>
              <a:ext uri="{FF2B5EF4-FFF2-40B4-BE49-F238E27FC236}">
                <a16:creationId xmlns:a16="http://schemas.microsoft.com/office/drawing/2014/main" id="{9EEF1F5A-C799-DDEC-FA3E-616B007954E2}"/>
              </a:ext>
            </a:extLst>
          </p:cNvPr>
          <p:cNvSpPr>
            <a:spLocks noGrp="1"/>
          </p:cNvSpPr>
          <p:nvPr>
            <p:ph type="body" idx="1"/>
          </p:nvPr>
        </p:nvSpPr>
        <p:spPr>
          <a:xfrm>
            <a:off x="316926" y="1354439"/>
            <a:ext cx="4396338" cy="360602"/>
          </a:xfrm>
        </p:spPr>
        <p:txBody>
          <a:bodyPr/>
          <a:lstStyle/>
          <a:p>
            <a:r>
              <a:rPr lang="en-US" sz="1200" b="1" u="sng">
                <a:solidFill>
                  <a:srgbClr val="FFFF00"/>
                </a:solidFill>
              </a:rPr>
              <a:t>Amazon Price</a:t>
            </a:r>
          </a:p>
        </p:txBody>
      </p:sp>
      <p:sp>
        <p:nvSpPr>
          <p:cNvPr id="3" name="Content Placeholder 2">
            <a:extLst>
              <a:ext uri="{FF2B5EF4-FFF2-40B4-BE49-F238E27FC236}">
                <a16:creationId xmlns:a16="http://schemas.microsoft.com/office/drawing/2014/main" id="{A9AE01DA-BC98-2FE1-DE4C-7BB44C4CA0ED}"/>
              </a:ext>
            </a:extLst>
          </p:cNvPr>
          <p:cNvSpPr>
            <a:spLocks noGrp="1"/>
          </p:cNvSpPr>
          <p:nvPr>
            <p:ph sz="half" idx="2"/>
          </p:nvPr>
        </p:nvSpPr>
        <p:spPr>
          <a:xfrm>
            <a:off x="315912" y="1779220"/>
            <a:ext cx="11411486" cy="1107810"/>
          </a:xfrm>
        </p:spPr>
        <p:txBody>
          <a:bodyPr vert="horz" lIns="91440" tIns="45720" rIns="91440" bIns="45720" rtlCol="0" anchor="t">
            <a:normAutofit/>
          </a:bodyPr>
          <a:lstStyle/>
          <a:p>
            <a:pPr marL="0" indent="0">
              <a:buNone/>
            </a:pPr>
            <a:r>
              <a:rPr lang="en-US" sz="1200">
                <a:ea typeface="+mj-lt"/>
                <a:cs typeface="+mj-lt"/>
              </a:rPr>
              <a:t>Two samples t-test is computed to compare the Mean </a:t>
            </a:r>
            <a:r>
              <a:rPr lang="en-US" sz="1200">
                <a:solidFill>
                  <a:srgbClr val="FFFF00"/>
                </a:solidFill>
                <a:ea typeface="+mj-lt"/>
                <a:cs typeface="+mj-lt"/>
              </a:rPr>
              <a:t>Amazon </a:t>
            </a:r>
            <a:r>
              <a:rPr lang="en-US" sz="1200">
                <a:solidFill>
                  <a:srgbClr val="FFFFFF"/>
                </a:solidFill>
                <a:ea typeface="+mj-lt"/>
                <a:cs typeface="+mj-lt"/>
              </a:rPr>
              <a:t>price</a:t>
            </a:r>
            <a:r>
              <a:rPr lang="en-US" sz="1200">
                <a:ea typeface="+mj-lt"/>
                <a:cs typeface="+mj-lt"/>
              </a:rPr>
              <a:t> and</a:t>
            </a:r>
            <a:r>
              <a:rPr lang="en-US" sz="1200">
                <a:solidFill>
                  <a:srgbClr val="00B0F0"/>
                </a:solidFill>
                <a:ea typeface="+mj-lt"/>
                <a:cs typeface="+mj-lt"/>
              </a:rPr>
              <a:t> Retail</a:t>
            </a:r>
            <a:r>
              <a:rPr lang="en-US" sz="1200">
                <a:ea typeface="+mj-lt"/>
                <a:cs typeface="+mj-lt"/>
              </a:rPr>
              <a:t> price of </a:t>
            </a:r>
            <a:r>
              <a:rPr lang="en-US" sz="1200" b="1">
                <a:ea typeface="+mj-lt"/>
                <a:cs typeface="+mj-lt"/>
              </a:rPr>
              <a:t>Original </a:t>
            </a:r>
            <a:r>
              <a:rPr lang="en-US" sz="1200">
                <a:ea typeface="+mj-lt"/>
                <a:cs typeface="+mj-lt"/>
              </a:rPr>
              <a:t>and </a:t>
            </a:r>
            <a:r>
              <a:rPr lang="en-US" sz="1200" b="1">
                <a:ea typeface="+mj-lt"/>
                <a:cs typeface="+mj-lt"/>
              </a:rPr>
              <a:t>External</a:t>
            </a:r>
            <a:r>
              <a:rPr lang="en-US" sz="1200">
                <a:ea typeface="+mj-lt"/>
                <a:cs typeface="+mj-lt"/>
              </a:rPr>
              <a:t> themes, the first being:</a:t>
            </a:r>
            <a:endParaRPr lang="en-US" sz="1400" b="1"/>
          </a:p>
          <a:p>
            <a:pPr marL="0" indent="0">
              <a:buNone/>
            </a:pPr>
            <a:r>
              <a:rPr lang="en-US" sz="1300" i="1">
                <a:ea typeface="+mj-lt"/>
                <a:cs typeface="+mj-lt"/>
              </a:rPr>
              <a:t>Null Hypothesis (H0):</a:t>
            </a:r>
            <a:r>
              <a:rPr lang="en-US" sz="1300">
                <a:ea typeface="+mj-lt"/>
                <a:cs typeface="+mj-lt"/>
              </a:rPr>
              <a:t> Mean </a:t>
            </a:r>
            <a:r>
              <a:rPr lang="en-US" sz="1300">
                <a:solidFill>
                  <a:srgbClr val="FFFF00"/>
                </a:solidFill>
                <a:ea typeface="+mj-lt"/>
                <a:cs typeface="+mj-lt"/>
              </a:rPr>
              <a:t>Amazon</a:t>
            </a:r>
            <a:r>
              <a:rPr lang="en-US" sz="1300">
                <a:ea typeface="+mj-lt"/>
                <a:cs typeface="+mj-lt"/>
              </a:rPr>
              <a:t> price for Lego </a:t>
            </a:r>
            <a:r>
              <a:rPr lang="en-US" sz="1300" b="1">
                <a:ea typeface="+mj-lt"/>
                <a:cs typeface="+mj-lt"/>
              </a:rPr>
              <a:t>Originals</a:t>
            </a:r>
            <a:r>
              <a:rPr lang="en-US" sz="1300">
                <a:ea typeface="+mj-lt"/>
                <a:cs typeface="+mj-lt"/>
              </a:rPr>
              <a:t> </a:t>
            </a:r>
            <a:r>
              <a:rPr lang="en-US" sz="1300" u="sng">
                <a:ea typeface="+mj-lt"/>
                <a:cs typeface="+mj-lt"/>
              </a:rPr>
              <a:t>is the same</a:t>
            </a:r>
            <a:r>
              <a:rPr lang="en-US" sz="1300">
                <a:ea typeface="+mj-lt"/>
                <a:cs typeface="+mj-lt"/>
              </a:rPr>
              <a:t> as the Mean price of</a:t>
            </a:r>
            <a:r>
              <a:rPr lang="en-US" sz="1300" b="1">
                <a:ea typeface="+mj-lt"/>
                <a:cs typeface="+mj-lt"/>
              </a:rPr>
              <a:t> External</a:t>
            </a:r>
            <a:r>
              <a:rPr lang="en-US" sz="1300">
                <a:ea typeface="+mj-lt"/>
                <a:cs typeface="+mj-lt"/>
              </a:rPr>
              <a:t> themes.</a:t>
            </a:r>
            <a:endParaRPr lang="en-US" sz="1300"/>
          </a:p>
          <a:p>
            <a:pPr marL="0" indent="0">
              <a:buNone/>
            </a:pPr>
            <a:r>
              <a:rPr lang="en-US" sz="1300" i="1">
                <a:ea typeface="+mj-lt"/>
                <a:cs typeface="+mj-lt"/>
              </a:rPr>
              <a:t>Alternate Hypothesis (H1):  </a:t>
            </a:r>
            <a:r>
              <a:rPr lang="en-US" sz="1300">
                <a:ea typeface="+mj-lt"/>
                <a:cs typeface="+mj-lt"/>
              </a:rPr>
              <a:t>Mean </a:t>
            </a:r>
            <a:r>
              <a:rPr lang="en-US" sz="1300">
                <a:solidFill>
                  <a:srgbClr val="FFFF00"/>
                </a:solidFill>
                <a:ea typeface="+mj-lt"/>
                <a:cs typeface="+mj-lt"/>
              </a:rPr>
              <a:t>Amazon</a:t>
            </a:r>
            <a:r>
              <a:rPr lang="en-US" sz="1300">
                <a:ea typeface="+mj-lt"/>
                <a:cs typeface="+mj-lt"/>
              </a:rPr>
              <a:t> price of Lego </a:t>
            </a:r>
            <a:r>
              <a:rPr lang="en-US" sz="1300" b="1">
                <a:ea typeface="+mj-lt"/>
                <a:cs typeface="+mj-lt"/>
              </a:rPr>
              <a:t>Originals </a:t>
            </a:r>
            <a:r>
              <a:rPr lang="en-US" sz="1300" u="sng">
                <a:ea typeface="+mj-lt"/>
                <a:cs typeface="+mj-lt"/>
              </a:rPr>
              <a:t>is</a:t>
            </a:r>
            <a:r>
              <a:rPr lang="en-US" sz="1300" b="1" u="sng">
                <a:ea typeface="+mj-lt"/>
                <a:cs typeface="+mj-lt"/>
              </a:rPr>
              <a:t> </a:t>
            </a:r>
            <a:r>
              <a:rPr lang="en-US" sz="1300" u="sng">
                <a:ea typeface="+mj-lt"/>
                <a:cs typeface="+mj-lt"/>
              </a:rPr>
              <a:t>not equal</a:t>
            </a:r>
            <a:r>
              <a:rPr lang="en-US" sz="1300">
                <a:ea typeface="+mj-lt"/>
                <a:cs typeface="+mj-lt"/>
              </a:rPr>
              <a:t> to the Mean price of </a:t>
            </a:r>
            <a:r>
              <a:rPr lang="en-US" sz="1300" b="1">
                <a:ea typeface="+mj-lt"/>
                <a:cs typeface="+mj-lt"/>
              </a:rPr>
              <a:t>External</a:t>
            </a:r>
            <a:r>
              <a:rPr lang="en-US" sz="1300">
                <a:ea typeface="+mj-lt"/>
                <a:cs typeface="+mj-lt"/>
              </a:rPr>
              <a:t> themes.</a:t>
            </a:r>
            <a:endParaRPr lang="en-US" sz="1300"/>
          </a:p>
          <a:p>
            <a:pPr marL="0" indent="0">
              <a:buClr>
                <a:srgbClr val="8AD0D6"/>
              </a:buClr>
              <a:buNone/>
            </a:pPr>
            <a:endParaRPr lang="en-US" sz="1400"/>
          </a:p>
          <a:p>
            <a:pPr>
              <a:buClr>
                <a:srgbClr val="1E5155">
                  <a:lumMod val="40000"/>
                  <a:lumOff val="60000"/>
                </a:srgbClr>
              </a:buClr>
              <a:buNone/>
            </a:pPr>
            <a:endParaRPr lang="en-US" sz="1400"/>
          </a:p>
          <a:p>
            <a:pPr marL="0" indent="0">
              <a:buClr>
                <a:srgbClr val="1E5155">
                  <a:lumMod val="40000"/>
                  <a:lumOff val="60000"/>
                </a:srgbClr>
              </a:buClr>
              <a:buNone/>
            </a:pPr>
            <a:endParaRPr lang="en-US" sz="1400"/>
          </a:p>
          <a:p>
            <a:pPr marL="0" indent="0">
              <a:buClr>
                <a:srgbClr val="8AD0D6"/>
              </a:buClr>
              <a:buNone/>
            </a:pPr>
            <a:endParaRPr lang="en-US"/>
          </a:p>
        </p:txBody>
      </p:sp>
      <p:sp>
        <p:nvSpPr>
          <p:cNvPr id="12" name="TextBox 11">
            <a:extLst>
              <a:ext uri="{FF2B5EF4-FFF2-40B4-BE49-F238E27FC236}">
                <a16:creationId xmlns:a16="http://schemas.microsoft.com/office/drawing/2014/main" id="{35FF8C98-DBD0-35FC-3D28-D02E48493CCA}"/>
              </a:ext>
            </a:extLst>
          </p:cNvPr>
          <p:cNvSpPr txBox="1"/>
          <p:nvPr/>
        </p:nvSpPr>
        <p:spPr>
          <a:xfrm>
            <a:off x="315347" y="5079663"/>
            <a:ext cx="11402521"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u="sng">
                <a:ea typeface="+mn-lt"/>
                <a:cs typeface="+mn-lt"/>
              </a:rPr>
              <a:t>Results:</a:t>
            </a:r>
            <a:endParaRPr lang="en-US" sz="1300">
              <a:ea typeface="+mn-lt"/>
              <a:cs typeface="+mn-lt"/>
            </a:endParaRPr>
          </a:p>
          <a:p>
            <a:pPr marL="285750" indent="-285750">
              <a:buFont typeface="Wingdings"/>
              <a:buChar char="v"/>
            </a:pPr>
            <a:r>
              <a:rPr lang="en-US" sz="1300">
                <a:ea typeface="+mn-lt"/>
                <a:cs typeface="+mn-lt"/>
              </a:rPr>
              <a:t>P-value = 0.3697 &gt; 0.05. There is </a:t>
            </a:r>
            <a:r>
              <a:rPr lang="en-US" sz="1300" u="sng">
                <a:ea typeface="+mn-lt"/>
                <a:cs typeface="+mn-lt"/>
              </a:rPr>
              <a:t>not enough</a:t>
            </a:r>
            <a:r>
              <a:rPr lang="en-US" sz="1300">
                <a:ea typeface="+mn-lt"/>
                <a:cs typeface="+mn-lt"/>
              </a:rPr>
              <a:t> evidence to show that the mean </a:t>
            </a:r>
            <a:r>
              <a:rPr lang="en-US" sz="1300">
                <a:solidFill>
                  <a:srgbClr val="FFFF00"/>
                </a:solidFill>
                <a:ea typeface="+mn-lt"/>
                <a:cs typeface="+mn-lt"/>
              </a:rPr>
              <a:t>Amazon</a:t>
            </a:r>
            <a:r>
              <a:rPr lang="en-US" sz="1300">
                <a:ea typeface="+mn-lt"/>
                <a:cs typeface="+mn-lt"/>
              </a:rPr>
              <a:t> price of </a:t>
            </a:r>
            <a:r>
              <a:rPr lang="en-US" sz="1300" b="1">
                <a:ea typeface="+mn-lt"/>
                <a:cs typeface="+mn-lt"/>
              </a:rPr>
              <a:t>Lego-Originals</a:t>
            </a:r>
            <a:r>
              <a:rPr lang="en-US" sz="1300">
                <a:ea typeface="+mn-lt"/>
                <a:cs typeface="+mn-lt"/>
              </a:rPr>
              <a:t> </a:t>
            </a:r>
            <a:r>
              <a:rPr lang="en-US" sz="1300" u="sng">
                <a:ea typeface="+mn-lt"/>
                <a:cs typeface="+mn-lt"/>
              </a:rPr>
              <a:t>is not the same</a:t>
            </a:r>
            <a:r>
              <a:rPr lang="en-US" sz="1300">
                <a:ea typeface="+mn-lt"/>
                <a:cs typeface="+mn-lt"/>
              </a:rPr>
              <a:t> as the mean price of </a:t>
            </a:r>
            <a:r>
              <a:rPr lang="en-US" sz="1300" b="1">
                <a:ea typeface="+mn-lt"/>
                <a:cs typeface="+mn-lt"/>
              </a:rPr>
              <a:t>External</a:t>
            </a:r>
            <a:r>
              <a:rPr lang="en-US" sz="1300">
                <a:ea typeface="+mn-lt"/>
                <a:cs typeface="+mn-lt"/>
              </a:rPr>
              <a:t> themes. </a:t>
            </a:r>
            <a:r>
              <a:rPr lang="en-US" sz="1300" b="1">
                <a:ea typeface="+mn-lt"/>
                <a:cs typeface="+mn-lt"/>
              </a:rPr>
              <a:t>Therefore, we fail to reject the null hypothesis</a:t>
            </a:r>
            <a:r>
              <a:rPr lang="en-US" sz="1300">
                <a:ea typeface="+mn-lt"/>
                <a:cs typeface="+mn-lt"/>
              </a:rPr>
              <a:t>.  </a:t>
            </a:r>
            <a:endParaRPr lang="en-US">
              <a:ea typeface="+mn-lt"/>
              <a:cs typeface="+mn-lt"/>
            </a:endParaRPr>
          </a:p>
          <a:p>
            <a:pPr marL="285750" indent="-285750">
              <a:buFont typeface="Wingdings"/>
              <a:buChar char="v"/>
            </a:pPr>
            <a:endParaRPr lang="en-US" sz="1300">
              <a:ea typeface="+mn-lt"/>
              <a:cs typeface="+mn-lt"/>
            </a:endParaRPr>
          </a:p>
          <a:p>
            <a:pPr marL="285750" indent="-285750">
              <a:buFont typeface="Wingdings"/>
              <a:buChar char="v"/>
            </a:pPr>
            <a:r>
              <a:rPr lang="en-US" sz="1300">
                <a:ea typeface="+mn-lt"/>
                <a:cs typeface="+mn-lt"/>
              </a:rPr>
              <a:t>The </a:t>
            </a:r>
            <a:r>
              <a:rPr lang="en-US" sz="1300" i="1">
                <a:ea typeface="+mn-lt"/>
                <a:cs typeface="+mn-lt"/>
              </a:rPr>
              <a:t>confidence interval</a:t>
            </a:r>
            <a:r>
              <a:rPr lang="en-US" sz="1300">
                <a:ea typeface="+mn-lt"/>
                <a:cs typeface="+mn-lt"/>
              </a:rPr>
              <a:t> is </a:t>
            </a:r>
            <a:r>
              <a:rPr lang="en-US" sz="1300" i="1">
                <a:ea typeface="+mn-lt"/>
                <a:cs typeface="+mn-lt"/>
              </a:rPr>
              <a:t>[-4.99, 13.39]</a:t>
            </a:r>
            <a:r>
              <a:rPr lang="en-US" sz="1300">
                <a:ea typeface="+mn-lt"/>
                <a:cs typeface="+mn-lt"/>
              </a:rPr>
              <a:t>. The mean price for Lego </a:t>
            </a:r>
            <a:r>
              <a:rPr lang="en-US" sz="1300" b="1">
                <a:ea typeface="+mn-lt"/>
                <a:cs typeface="+mn-lt"/>
              </a:rPr>
              <a:t>Originals</a:t>
            </a:r>
            <a:r>
              <a:rPr lang="en-US" sz="1300">
                <a:ea typeface="+mn-lt"/>
                <a:cs typeface="+mn-lt"/>
              </a:rPr>
              <a:t> could be $4.99 more expensive or $13.39 cheaper than </a:t>
            </a:r>
            <a:r>
              <a:rPr lang="en-US" sz="1300" b="1">
                <a:ea typeface="+mn-lt"/>
                <a:cs typeface="+mn-lt"/>
              </a:rPr>
              <a:t>External</a:t>
            </a:r>
            <a:r>
              <a:rPr lang="en-US" sz="1300">
                <a:ea typeface="+mn-lt"/>
                <a:cs typeface="+mn-lt"/>
              </a:rPr>
              <a:t>.   </a:t>
            </a:r>
            <a:endParaRPr lang="en-US">
              <a:ea typeface="+mn-lt"/>
              <a:cs typeface="+mn-lt"/>
            </a:endParaRPr>
          </a:p>
          <a:p>
            <a:pPr marL="285750" indent="-285750">
              <a:buFont typeface="Wingdings"/>
              <a:buChar char="v"/>
            </a:pPr>
            <a:endParaRPr lang="en-US" sz="1300">
              <a:ea typeface="+mn-lt"/>
              <a:cs typeface="+mn-lt"/>
            </a:endParaRPr>
          </a:p>
          <a:p>
            <a:pPr marL="285750" indent="-285750">
              <a:buFont typeface="Wingdings"/>
              <a:buChar char="v"/>
            </a:pPr>
            <a:r>
              <a:rPr lang="en-US" sz="1300">
                <a:ea typeface="+mn-lt"/>
                <a:cs typeface="+mn-lt"/>
              </a:rPr>
              <a:t>Based on the sample estimates, the External theme sets are on average </a:t>
            </a:r>
            <a:r>
              <a:rPr lang="en-US" sz="1300" b="1">
                <a:ea typeface="+mn-lt"/>
                <a:cs typeface="+mn-lt"/>
              </a:rPr>
              <a:t>$4.2 lower </a:t>
            </a:r>
            <a:r>
              <a:rPr lang="en-US" sz="1300">
                <a:ea typeface="+mn-lt"/>
                <a:cs typeface="+mn-lt"/>
              </a:rPr>
              <a:t>than Lego originals on Amazon.</a:t>
            </a:r>
          </a:p>
          <a:p>
            <a:pPr marL="285750" indent="-285750">
              <a:buFont typeface="Wingdings"/>
              <a:buChar char="v"/>
            </a:pPr>
            <a:endParaRPr lang="en-US" sz="1300">
              <a:ea typeface="+mn-lt"/>
              <a:cs typeface="+mn-lt"/>
            </a:endParaRPr>
          </a:p>
          <a:p>
            <a:endParaRPr lang="en-US" sz="1300"/>
          </a:p>
          <a:p>
            <a:pPr marL="285750" indent="-285750">
              <a:buFont typeface="Wingdings"/>
              <a:buChar char="v"/>
            </a:pPr>
            <a:endParaRPr lang="en-US" sz="1300"/>
          </a:p>
          <a:p>
            <a:pPr marL="171450" indent="-171450">
              <a:buFont typeface="Wingdings"/>
              <a:buChar char="v"/>
            </a:pPr>
            <a:endParaRPr lang="en-US" sz="1300"/>
          </a:p>
        </p:txBody>
      </p:sp>
      <p:pic>
        <p:nvPicPr>
          <p:cNvPr id="15" name="Picture 14" descr="A red and white logo&#10;&#10;AI-generated content may be incorrect.">
            <a:extLst>
              <a:ext uri="{FF2B5EF4-FFF2-40B4-BE49-F238E27FC236}">
                <a16:creationId xmlns:a16="http://schemas.microsoft.com/office/drawing/2014/main" id="{66075C0C-A826-C3AA-8C2C-64142F110D16}"/>
              </a:ext>
            </a:extLst>
          </p:cNvPr>
          <p:cNvPicPr>
            <a:picLocks noChangeAspect="1"/>
          </p:cNvPicPr>
          <p:nvPr/>
        </p:nvPicPr>
        <p:blipFill>
          <a:blip r:embed="rId2"/>
          <a:stretch>
            <a:fillRect/>
          </a:stretch>
        </p:blipFill>
        <p:spPr>
          <a:xfrm>
            <a:off x="10295860" y="177209"/>
            <a:ext cx="974652" cy="549349"/>
          </a:xfrm>
          <a:prstGeom prst="rect">
            <a:avLst/>
          </a:prstGeom>
        </p:spPr>
      </p:pic>
      <p:pic>
        <p:nvPicPr>
          <p:cNvPr id="16" name="Picture 15" descr="A white background with black text&#10;&#10;AI-generated content may be incorrect.">
            <a:extLst>
              <a:ext uri="{FF2B5EF4-FFF2-40B4-BE49-F238E27FC236}">
                <a16:creationId xmlns:a16="http://schemas.microsoft.com/office/drawing/2014/main" id="{C41865B2-7C23-9C8F-02FF-31F50C4F650B}"/>
              </a:ext>
            </a:extLst>
          </p:cNvPr>
          <p:cNvPicPr>
            <a:picLocks noChangeAspect="1"/>
          </p:cNvPicPr>
          <p:nvPr/>
        </p:nvPicPr>
        <p:blipFill>
          <a:blip r:embed="rId3"/>
          <a:stretch>
            <a:fillRect/>
          </a:stretch>
        </p:blipFill>
        <p:spPr>
          <a:xfrm>
            <a:off x="644116" y="2890698"/>
            <a:ext cx="6480126" cy="1770823"/>
          </a:xfrm>
          <a:prstGeom prst="rect">
            <a:avLst/>
          </a:prstGeom>
        </p:spPr>
      </p:pic>
      <p:sp>
        <p:nvSpPr>
          <p:cNvPr id="5" name="TextBox 4">
            <a:extLst>
              <a:ext uri="{FF2B5EF4-FFF2-40B4-BE49-F238E27FC236}">
                <a16:creationId xmlns:a16="http://schemas.microsoft.com/office/drawing/2014/main" id="{094EB483-F477-3C5F-B415-E0C7199D0ECA}"/>
              </a:ext>
            </a:extLst>
          </p:cNvPr>
          <p:cNvSpPr txBox="1"/>
          <p:nvPr/>
        </p:nvSpPr>
        <p:spPr>
          <a:xfrm>
            <a:off x="644144" y="4667504"/>
            <a:ext cx="641096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Figure 10: Output from R code [see syntax] for sample t-test. </a:t>
            </a:r>
          </a:p>
        </p:txBody>
      </p:sp>
    </p:spTree>
    <p:extLst>
      <p:ext uri="{BB962C8B-B14F-4D97-AF65-F5344CB8AC3E}">
        <p14:creationId xmlns:p14="http://schemas.microsoft.com/office/powerpoint/2010/main" val="2541104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AF182DA-60D4-FF37-7910-F19F89F3634B}"/>
              </a:ext>
            </a:extLst>
          </p:cNvPr>
          <p:cNvSpPr txBox="1"/>
          <p:nvPr/>
        </p:nvSpPr>
        <p:spPr>
          <a:xfrm>
            <a:off x="561841" y="1821495"/>
            <a:ext cx="10412071" cy="9898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i="0" u="none" strike="noStrike" baseline="0">
                <a:solidFill>
                  <a:srgbClr val="FFFFFF"/>
                </a:solidFill>
                <a:latin typeface="Century Gothic"/>
                <a:ea typeface="Segoe UI"/>
                <a:cs typeface="Segoe UI"/>
              </a:rPr>
              <a:t>Null Hypothesis (H0):</a:t>
            </a:r>
            <a:r>
              <a:rPr lang="en-US" sz="1300" b="0" i="0" u="none" strike="noStrike" baseline="0">
                <a:solidFill>
                  <a:srgbClr val="FFFFFF"/>
                </a:solidFill>
                <a:latin typeface="Century Gothic"/>
                <a:ea typeface="Segoe UI"/>
                <a:cs typeface="Segoe UI"/>
              </a:rPr>
              <a:t> </a:t>
            </a:r>
            <a:r>
              <a:rPr lang="en-US" sz="1300">
                <a:solidFill>
                  <a:srgbClr val="FFFFFF"/>
                </a:solidFill>
                <a:latin typeface="Century Gothic"/>
                <a:ea typeface="Segoe UI"/>
                <a:cs typeface="Segoe UI"/>
              </a:rPr>
              <a:t> Mean</a:t>
            </a:r>
            <a:r>
              <a:rPr lang="en-US" sz="1300" b="0" i="0" u="none" strike="noStrike" baseline="0">
                <a:solidFill>
                  <a:srgbClr val="FFFFFF"/>
                </a:solidFill>
                <a:latin typeface="Century Gothic"/>
                <a:ea typeface="Segoe UI"/>
                <a:cs typeface="Segoe UI"/>
              </a:rPr>
              <a:t> </a:t>
            </a:r>
            <a:r>
              <a:rPr lang="en-US" sz="1300">
                <a:solidFill>
                  <a:srgbClr val="00B0F0"/>
                </a:solidFill>
                <a:latin typeface="Century Gothic"/>
                <a:ea typeface="Segoe UI"/>
                <a:cs typeface="Segoe UI"/>
              </a:rPr>
              <a:t>Retail</a:t>
            </a:r>
            <a:r>
              <a:rPr lang="en-US" sz="1300">
                <a:solidFill>
                  <a:srgbClr val="FFFFFF"/>
                </a:solidFill>
                <a:latin typeface="Century Gothic"/>
                <a:ea typeface="Segoe UI"/>
                <a:cs typeface="Segoe UI"/>
              </a:rPr>
              <a:t> price</a:t>
            </a:r>
            <a:r>
              <a:rPr lang="en-US" sz="1300" b="0" i="0" u="none" strike="noStrike" baseline="0">
                <a:solidFill>
                  <a:srgbClr val="FFFFFF"/>
                </a:solidFill>
                <a:latin typeface="Century Gothic"/>
                <a:ea typeface="Segoe UI"/>
                <a:cs typeface="Segoe UI"/>
              </a:rPr>
              <a:t> for </a:t>
            </a:r>
            <a:r>
              <a:rPr lang="en-US" sz="1300">
                <a:solidFill>
                  <a:srgbClr val="FFFFFF"/>
                </a:solidFill>
                <a:latin typeface="Century Gothic"/>
                <a:ea typeface="Segoe UI"/>
                <a:cs typeface="Segoe UI"/>
              </a:rPr>
              <a:t>Lego </a:t>
            </a:r>
            <a:r>
              <a:rPr lang="en-US" sz="1300" b="1">
                <a:solidFill>
                  <a:srgbClr val="FFFFFF"/>
                </a:solidFill>
                <a:latin typeface="Century Gothic"/>
                <a:ea typeface="Segoe UI"/>
                <a:cs typeface="Segoe UI"/>
              </a:rPr>
              <a:t>Originals</a:t>
            </a:r>
            <a:r>
              <a:rPr lang="en-US" sz="1300">
                <a:solidFill>
                  <a:srgbClr val="FFFFFF"/>
                </a:solidFill>
                <a:latin typeface="Century Gothic"/>
                <a:ea typeface="Segoe UI"/>
                <a:cs typeface="Segoe UI"/>
              </a:rPr>
              <a:t> </a:t>
            </a:r>
            <a:r>
              <a:rPr lang="en-US" sz="1300" u="sng">
                <a:solidFill>
                  <a:srgbClr val="FFFFFF"/>
                </a:solidFill>
                <a:latin typeface="Century Gothic"/>
                <a:ea typeface="Segoe UI"/>
                <a:cs typeface="Segoe UI"/>
              </a:rPr>
              <a:t>is the</a:t>
            </a:r>
            <a:r>
              <a:rPr lang="en-US" sz="1300" b="0" i="0" u="sng" strike="noStrike" baseline="0">
                <a:solidFill>
                  <a:srgbClr val="FFFFFF"/>
                </a:solidFill>
                <a:latin typeface="Century Gothic"/>
                <a:ea typeface="Segoe UI"/>
                <a:cs typeface="Segoe UI"/>
              </a:rPr>
              <a:t> same as </a:t>
            </a:r>
            <a:r>
              <a:rPr lang="en-US" sz="1300" b="0" i="0" u="none" strike="noStrike" baseline="0">
                <a:solidFill>
                  <a:srgbClr val="FFFFFF"/>
                </a:solidFill>
                <a:latin typeface="Century Gothic"/>
                <a:ea typeface="Segoe UI"/>
                <a:cs typeface="Segoe UI"/>
              </a:rPr>
              <a:t>the mean price of</a:t>
            </a:r>
            <a:r>
              <a:rPr lang="en-US" sz="1300" b="1" i="0" u="none" strike="noStrike" baseline="0">
                <a:solidFill>
                  <a:srgbClr val="FFFFFF"/>
                </a:solidFill>
                <a:latin typeface="Century Gothic"/>
                <a:ea typeface="Segoe UI"/>
                <a:cs typeface="Segoe UI"/>
              </a:rPr>
              <a:t> External </a:t>
            </a:r>
            <a:r>
              <a:rPr lang="en-US" sz="1300" b="0" i="0" u="none" strike="noStrike" baseline="0">
                <a:solidFill>
                  <a:srgbClr val="FFFFFF"/>
                </a:solidFill>
                <a:latin typeface="Century Gothic"/>
                <a:ea typeface="Segoe UI"/>
                <a:cs typeface="Segoe UI"/>
              </a:rPr>
              <a:t>themes.</a:t>
            </a:r>
            <a:r>
              <a:rPr lang="en-US" sz="1300" b="0" i="0">
                <a:solidFill>
                  <a:srgbClr val="FFFFFF"/>
                </a:solidFill>
                <a:latin typeface="Century Gothic"/>
                <a:ea typeface="Segoe UI"/>
                <a:cs typeface="Segoe UI"/>
              </a:rPr>
              <a:t>​</a:t>
            </a:r>
            <a:endParaRPr lang="en-US" sz="1300"/>
          </a:p>
          <a:p>
            <a:endParaRPr lang="en-US" sz="1300">
              <a:solidFill>
                <a:srgbClr val="FFFFFF"/>
              </a:solidFill>
              <a:latin typeface="Century Gothic"/>
              <a:ea typeface="Segoe UI"/>
              <a:cs typeface="Segoe UI"/>
            </a:endParaRPr>
          </a:p>
          <a:p>
            <a:r>
              <a:rPr lang="en-US" sz="1300" b="1" i="0" u="none" strike="noStrike" baseline="0">
                <a:solidFill>
                  <a:srgbClr val="FFFFFF"/>
                </a:solidFill>
                <a:latin typeface="Century Gothic"/>
                <a:ea typeface="Segoe UI"/>
                <a:cs typeface="Segoe UI"/>
              </a:rPr>
              <a:t>Alternate Hypothesis (H1):</a:t>
            </a:r>
            <a:r>
              <a:rPr lang="en-US" sz="1300" b="0" i="0" u="none" strike="noStrike" baseline="0">
                <a:solidFill>
                  <a:srgbClr val="FFFFFF"/>
                </a:solidFill>
                <a:latin typeface="Century Gothic"/>
                <a:ea typeface="Segoe UI"/>
                <a:cs typeface="Segoe UI"/>
              </a:rPr>
              <a:t> </a:t>
            </a:r>
            <a:r>
              <a:rPr lang="en-US" sz="1300">
                <a:solidFill>
                  <a:srgbClr val="FFFFFF"/>
                </a:solidFill>
                <a:latin typeface="Century Gothic"/>
                <a:ea typeface="Segoe UI"/>
                <a:cs typeface="Segoe UI"/>
              </a:rPr>
              <a:t>Mean </a:t>
            </a:r>
            <a:r>
              <a:rPr lang="en-US" sz="1300">
                <a:solidFill>
                  <a:srgbClr val="00B0F0"/>
                </a:solidFill>
                <a:latin typeface="Century Gothic"/>
                <a:ea typeface="Segoe UI"/>
                <a:cs typeface="Segoe UI"/>
              </a:rPr>
              <a:t>Retail</a:t>
            </a:r>
            <a:r>
              <a:rPr lang="en-US" sz="1300">
                <a:solidFill>
                  <a:srgbClr val="FFFFFF"/>
                </a:solidFill>
                <a:latin typeface="Century Gothic"/>
                <a:ea typeface="Segoe UI"/>
                <a:cs typeface="Segoe UI"/>
              </a:rPr>
              <a:t> </a:t>
            </a:r>
            <a:r>
              <a:rPr lang="en-US" sz="1300" b="0" i="0" u="none" strike="noStrike" baseline="0">
                <a:solidFill>
                  <a:srgbClr val="FFFFFF"/>
                </a:solidFill>
                <a:latin typeface="Century Gothic"/>
                <a:ea typeface="Segoe UI"/>
                <a:cs typeface="Segoe UI"/>
              </a:rPr>
              <a:t>price of </a:t>
            </a:r>
            <a:r>
              <a:rPr lang="en-US" sz="1300">
                <a:solidFill>
                  <a:srgbClr val="FFFFFF"/>
                </a:solidFill>
                <a:latin typeface="Century Gothic"/>
                <a:ea typeface="Segoe UI"/>
                <a:cs typeface="Segoe UI"/>
              </a:rPr>
              <a:t>Lego</a:t>
            </a:r>
            <a:r>
              <a:rPr lang="en-US" sz="1300" b="1">
                <a:solidFill>
                  <a:srgbClr val="FFFFFF"/>
                </a:solidFill>
                <a:latin typeface="Century Gothic"/>
                <a:ea typeface="Segoe UI"/>
                <a:cs typeface="Segoe UI"/>
              </a:rPr>
              <a:t> Originals</a:t>
            </a:r>
            <a:r>
              <a:rPr lang="en-US" sz="1300" u="sng">
                <a:solidFill>
                  <a:srgbClr val="FFFFFF"/>
                </a:solidFill>
                <a:latin typeface="Century Gothic"/>
                <a:ea typeface="Segoe UI"/>
                <a:cs typeface="Segoe UI"/>
              </a:rPr>
              <a:t> is not</a:t>
            </a:r>
            <a:r>
              <a:rPr lang="en-US" sz="1300" b="0" i="0" u="sng" strike="noStrike" baseline="0">
                <a:solidFill>
                  <a:srgbClr val="FFFFFF"/>
                </a:solidFill>
                <a:latin typeface="Century Gothic"/>
                <a:ea typeface="Segoe UI"/>
                <a:cs typeface="Segoe UI"/>
              </a:rPr>
              <a:t> equal to</a:t>
            </a:r>
            <a:r>
              <a:rPr lang="en-US" sz="1300" b="0" i="0" u="none" strike="noStrike" baseline="0">
                <a:solidFill>
                  <a:srgbClr val="FFFFFF"/>
                </a:solidFill>
                <a:latin typeface="Century Gothic"/>
                <a:ea typeface="Segoe UI"/>
                <a:cs typeface="Segoe UI"/>
              </a:rPr>
              <a:t> the mean price of</a:t>
            </a:r>
            <a:r>
              <a:rPr lang="en-US" sz="1300" b="1" i="0" u="none" strike="noStrike" baseline="0">
                <a:solidFill>
                  <a:srgbClr val="FFFFFF"/>
                </a:solidFill>
                <a:latin typeface="Century Gothic"/>
                <a:ea typeface="Segoe UI"/>
                <a:cs typeface="Segoe UI"/>
              </a:rPr>
              <a:t> External </a:t>
            </a:r>
            <a:r>
              <a:rPr lang="en-US" sz="1300" b="0" i="0" u="none" strike="noStrike" baseline="0">
                <a:solidFill>
                  <a:srgbClr val="FFFFFF"/>
                </a:solidFill>
                <a:latin typeface="Century Gothic"/>
                <a:ea typeface="Segoe UI"/>
                <a:cs typeface="Segoe UI"/>
              </a:rPr>
              <a:t>themes.</a:t>
            </a:r>
          </a:p>
          <a:p>
            <a:pPr algn="ctr"/>
            <a:endParaRPr lang="en-US"/>
          </a:p>
        </p:txBody>
      </p:sp>
      <p:pic>
        <p:nvPicPr>
          <p:cNvPr id="8" name="Picture 7" descr="A white background with black text&#10;&#10;AI-generated content may be incorrect.">
            <a:extLst>
              <a:ext uri="{FF2B5EF4-FFF2-40B4-BE49-F238E27FC236}">
                <a16:creationId xmlns:a16="http://schemas.microsoft.com/office/drawing/2014/main" id="{EF281064-5A8D-C879-7794-993733D49C2A}"/>
              </a:ext>
            </a:extLst>
          </p:cNvPr>
          <p:cNvPicPr>
            <a:picLocks noChangeAspect="1"/>
          </p:cNvPicPr>
          <p:nvPr/>
        </p:nvPicPr>
        <p:blipFill>
          <a:blip r:embed="rId2"/>
          <a:stretch>
            <a:fillRect/>
          </a:stretch>
        </p:blipFill>
        <p:spPr>
          <a:xfrm>
            <a:off x="658082" y="2706596"/>
            <a:ext cx="7643221" cy="1998382"/>
          </a:xfrm>
          <a:prstGeom prst="rect">
            <a:avLst/>
          </a:prstGeom>
        </p:spPr>
      </p:pic>
      <p:sp>
        <p:nvSpPr>
          <p:cNvPr id="9" name="TextBox 8">
            <a:extLst>
              <a:ext uri="{FF2B5EF4-FFF2-40B4-BE49-F238E27FC236}">
                <a16:creationId xmlns:a16="http://schemas.microsoft.com/office/drawing/2014/main" id="{6017DAAA-BDBB-29CE-0483-E49B059B1C86}"/>
              </a:ext>
            </a:extLst>
          </p:cNvPr>
          <p:cNvSpPr txBox="1"/>
          <p:nvPr/>
        </p:nvSpPr>
        <p:spPr>
          <a:xfrm>
            <a:off x="564510" y="5161644"/>
            <a:ext cx="11238146"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u="sng">
                <a:solidFill>
                  <a:srgbClr val="FFFFFF"/>
                </a:solidFill>
                <a:latin typeface="Century Gothic"/>
                <a:ea typeface="Arial"/>
                <a:cs typeface="Arial"/>
              </a:rPr>
              <a:t>Test Results:</a:t>
            </a:r>
          </a:p>
          <a:p>
            <a:pPr marL="285750" indent="-285750">
              <a:buFont typeface="Wingdings"/>
              <a:buChar char="v"/>
            </a:pPr>
            <a:r>
              <a:rPr lang="en-US" sz="1300" baseline="0">
                <a:ea typeface="+mn-lt"/>
                <a:cs typeface="+mn-lt"/>
              </a:rPr>
              <a:t>P-value = 0.5447 &gt; 0.05. There is </a:t>
            </a:r>
            <a:r>
              <a:rPr lang="en-US" sz="1300" u="sng" baseline="0">
                <a:ea typeface="+mn-lt"/>
                <a:cs typeface="+mn-lt"/>
              </a:rPr>
              <a:t>not enough</a:t>
            </a:r>
            <a:r>
              <a:rPr lang="en-US" sz="1300" baseline="0">
                <a:ea typeface="+mn-lt"/>
                <a:cs typeface="+mn-lt"/>
              </a:rPr>
              <a:t> evidence that the mean </a:t>
            </a:r>
            <a:r>
              <a:rPr lang="en-US" sz="1300">
                <a:ea typeface="+mn-lt"/>
                <a:cs typeface="+mn-lt"/>
              </a:rPr>
              <a:t>retail price </a:t>
            </a:r>
            <a:r>
              <a:rPr lang="en-US" sz="1300" baseline="0">
                <a:ea typeface="+mn-lt"/>
                <a:cs typeface="+mn-lt"/>
              </a:rPr>
              <a:t>of </a:t>
            </a:r>
            <a:r>
              <a:rPr lang="en-US" sz="1300">
                <a:ea typeface="+mn-lt"/>
                <a:cs typeface="+mn-lt"/>
              </a:rPr>
              <a:t>Lego </a:t>
            </a:r>
            <a:r>
              <a:rPr lang="en-US" sz="1300" b="1">
                <a:ea typeface="+mn-lt"/>
                <a:cs typeface="+mn-lt"/>
              </a:rPr>
              <a:t>originals</a:t>
            </a:r>
            <a:r>
              <a:rPr lang="en-US" sz="1300">
                <a:ea typeface="+mn-lt"/>
                <a:cs typeface="+mn-lt"/>
              </a:rPr>
              <a:t> </a:t>
            </a:r>
            <a:r>
              <a:rPr lang="en-US" sz="1300" baseline="0">
                <a:ea typeface="+mn-lt"/>
                <a:cs typeface="+mn-lt"/>
              </a:rPr>
              <a:t>is the same as the mean price of </a:t>
            </a:r>
            <a:r>
              <a:rPr lang="en-US" sz="1300" b="1">
                <a:ea typeface="+mn-lt"/>
                <a:cs typeface="+mn-lt"/>
              </a:rPr>
              <a:t>external</a:t>
            </a:r>
            <a:r>
              <a:rPr lang="en-US" sz="1300">
                <a:ea typeface="+mn-lt"/>
                <a:cs typeface="+mn-lt"/>
              </a:rPr>
              <a:t> </a:t>
            </a:r>
            <a:r>
              <a:rPr lang="en-US" sz="1300" baseline="0">
                <a:ea typeface="+mn-lt"/>
                <a:cs typeface="+mn-lt"/>
              </a:rPr>
              <a:t>themes.</a:t>
            </a:r>
            <a:r>
              <a:rPr lang="en-US" sz="1300" b="1">
                <a:ea typeface="+mn-lt"/>
                <a:cs typeface="+mn-lt"/>
              </a:rPr>
              <a:t> </a:t>
            </a:r>
            <a:r>
              <a:rPr lang="en-US" sz="1300" b="1" baseline="0">
                <a:ea typeface="+mn-lt"/>
                <a:cs typeface="+mn-lt"/>
              </a:rPr>
              <a:t>Therefore, we fail to reject the null hypothesis.</a:t>
            </a:r>
            <a:r>
              <a:rPr lang="en-US" sz="1300" b="1">
                <a:ea typeface="+mn-lt"/>
                <a:cs typeface="+mn-lt"/>
              </a:rPr>
              <a:t> </a:t>
            </a:r>
            <a:endParaRPr lang="en-US" b="1">
              <a:ea typeface="+mn-lt"/>
              <a:cs typeface="+mn-lt"/>
            </a:endParaRPr>
          </a:p>
          <a:p>
            <a:pPr marL="285750" indent="-285750">
              <a:buFont typeface="Wingdings"/>
              <a:buChar char="v"/>
            </a:pPr>
            <a:endParaRPr lang="en-US" sz="1300">
              <a:ea typeface="+mn-lt"/>
              <a:cs typeface="+mn-lt"/>
            </a:endParaRPr>
          </a:p>
          <a:p>
            <a:pPr marL="285750" indent="-285750">
              <a:buFont typeface="Wingdings"/>
              <a:buChar char="v"/>
            </a:pPr>
            <a:r>
              <a:rPr lang="en-US" sz="1300" baseline="0">
                <a:ea typeface="+mn-lt"/>
                <a:cs typeface="+mn-lt"/>
              </a:rPr>
              <a:t>The confidence interval </a:t>
            </a:r>
            <a:r>
              <a:rPr lang="en-US" sz="1300">
                <a:ea typeface="+mn-lt"/>
                <a:cs typeface="+mn-lt"/>
              </a:rPr>
              <a:t>is </a:t>
            </a:r>
            <a:r>
              <a:rPr lang="en-US" sz="1300" baseline="0">
                <a:ea typeface="+mn-lt"/>
                <a:cs typeface="+mn-lt"/>
              </a:rPr>
              <a:t>[-9.77, 5.16], the mean price of </a:t>
            </a:r>
            <a:r>
              <a:rPr lang="en-US" sz="1300">
                <a:ea typeface="+mn-lt"/>
                <a:cs typeface="+mn-lt"/>
              </a:rPr>
              <a:t>Lego-originals might</a:t>
            </a:r>
            <a:r>
              <a:rPr lang="en-US" sz="1300" baseline="0">
                <a:ea typeface="+mn-lt"/>
                <a:cs typeface="+mn-lt"/>
              </a:rPr>
              <a:t> be $9.77 more expensive or $5.16 cheaper than </a:t>
            </a:r>
            <a:r>
              <a:rPr lang="en-US" sz="1300">
                <a:ea typeface="+mn-lt"/>
                <a:cs typeface="+mn-lt"/>
              </a:rPr>
              <a:t>External themes</a:t>
            </a:r>
            <a:r>
              <a:rPr lang="en-US" sz="1300" baseline="0">
                <a:ea typeface="+mn-lt"/>
                <a:cs typeface="+mn-lt"/>
              </a:rPr>
              <a:t>. </a:t>
            </a:r>
            <a:r>
              <a:rPr lang="en-US" sz="1300">
                <a:ea typeface="+mn-lt"/>
                <a:cs typeface="+mn-lt"/>
              </a:rPr>
              <a:t> </a:t>
            </a:r>
            <a:endParaRPr lang="en-US">
              <a:ea typeface="+mn-lt"/>
              <a:cs typeface="+mn-lt"/>
            </a:endParaRPr>
          </a:p>
          <a:p>
            <a:pPr marL="285750" indent="-285750">
              <a:buFont typeface="Wingdings"/>
              <a:buChar char="v"/>
            </a:pPr>
            <a:endParaRPr lang="en-US" sz="1300">
              <a:ea typeface="+mn-lt"/>
              <a:cs typeface="+mn-lt"/>
            </a:endParaRPr>
          </a:p>
          <a:p>
            <a:pPr marL="285750" indent="-285750">
              <a:buFont typeface="Wingdings"/>
              <a:buChar char="v"/>
            </a:pPr>
            <a:r>
              <a:rPr lang="en-US" sz="1300">
                <a:ea typeface="+mn-lt"/>
                <a:cs typeface="+mn-lt"/>
              </a:rPr>
              <a:t>Based on the sample estimates, the Lego originals are on average $2.4 lower than the External on retail. </a:t>
            </a:r>
            <a:endParaRPr lang="en-US" sz="1300"/>
          </a:p>
          <a:p>
            <a:endParaRPr lang="en-US" sz="1300">
              <a:solidFill>
                <a:srgbClr val="FFFFFF"/>
              </a:solidFill>
              <a:latin typeface="Century Gothic"/>
              <a:ea typeface="Arial"/>
              <a:cs typeface="Arial"/>
            </a:endParaRPr>
          </a:p>
          <a:p>
            <a:endParaRPr lang="en-US" sz="1300">
              <a:cs typeface="Arial"/>
            </a:endParaRPr>
          </a:p>
          <a:p>
            <a:endParaRPr lang="en-US"/>
          </a:p>
        </p:txBody>
      </p:sp>
      <p:sp>
        <p:nvSpPr>
          <p:cNvPr id="10" name="TextBox 9">
            <a:extLst>
              <a:ext uri="{FF2B5EF4-FFF2-40B4-BE49-F238E27FC236}">
                <a16:creationId xmlns:a16="http://schemas.microsoft.com/office/drawing/2014/main" id="{AEFC6411-8958-5607-9097-3FFE56020039}"/>
              </a:ext>
            </a:extLst>
          </p:cNvPr>
          <p:cNvSpPr txBox="1"/>
          <p:nvPr/>
        </p:nvSpPr>
        <p:spPr>
          <a:xfrm>
            <a:off x="561841" y="1461890"/>
            <a:ext cx="112776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u="sng" baseline="0">
                <a:solidFill>
                  <a:srgbClr val="00B0F0"/>
                </a:solidFill>
                <a:latin typeface="Century Gothic"/>
              </a:rPr>
              <a:t>Retail Price</a:t>
            </a:r>
            <a:endParaRPr lang="en-US" sz="1200" b="1">
              <a:solidFill>
                <a:srgbClr val="00B0F0"/>
              </a:solidFill>
            </a:endParaRPr>
          </a:p>
        </p:txBody>
      </p:sp>
      <p:sp>
        <p:nvSpPr>
          <p:cNvPr id="12" name="TextBox 11">
            <a:extLst>
              <a:ext uri="{FF2B5EF4-FFF2-40B4-BE49-F238E27FC236}">
                <a16:creationId xmlns:a16="http://schemas.microsoft.com/office/drawing/2014/main" id="{BB25F521-140B-CE3F-A092-936EAA0892AA}"/>
              </a:ext>
            </a:extLst>
          </p:cNvPr>
          <p:cNvSpPr txBox="1"/>
          <p:nvPr/>
        </p:nvSpPr>
        <p:spPr>
          <a:xfrm>
            <a:off x="561915" y="455013"/>
            <a:ext cx="8552791"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b="1">
                <a:solidFill>
                  <a:srgbClr val="EBEBEB"/>
                </a:solidFill>
              </a:rPr>
              <a:t>Results of Investigation Continued </a:t>
            </a:r>
            <a:br>
              <a:rPr lang="en-US" sz="2500" b="1">
                <a:solidFill>
                  <a:srgbClr val="EBEBEB"/>
                </a:solidFill>
              </a:rPr>
            </a:br>
            <a:r>
              <a:rPr lang="en-US" sz="2500" b="1">
                <a:solidFill>
                  <a:srgbClr val="EBEBEB"/>
                </a:solidFill>
              </a:rPr>
              <a:t>Hypothesis testing : T-Test</a:t>
            </a:r>
            <a:endParaRPr lang="en-US"/>
          </a:p>
          <a:p>
            <a:pPr algn="ctr"/>
            <a:endParaRPr lang="en-US"/>
          </a:p>
        </p:txBody>
      </p:sp>
      <p:pic>
        <p:nvPicPr>
          <p:cNvPr id="3" name="Picture 2" descr="A red and white logo&#10;&#10;AI-generated content may be incorrect.">
            <a:extLst>
              <a:ext uri="{FF2B5EF4-FFF2-40B4-BE49-F238E27FC236}">
                <a16:creationId xmlns:a16="http://schemas.microsoft.com/office/drawing/2014/main" id="{9F711E1A-BEA4-85DB-1C02-1045F6A63441}"/>
              </a:ext>
            </a:extLst>
          </p:cNvPr>
          <p:cNvPicPr>
            <a:picLocks noChangeAspect="1"/>
          </p:cNvPicPr>
          <p:nvPr/>
        </p:nvPicPr>
        <p:blipFill>
          <a:blip r:embed="rId3"/>
          <a:stretch>
            <a:fillRect/>
          </a:stretch>
        </p:blipFill>
        <p:spPr>
          <a:xfrm>
            <a:off x="10295860" y="177209"/>
            <a:ext cx="974652" cy="549349"/>
          </a:xfrm>
          <a:prstGeom prst="rect">
            <a:avLst/>
          </a:prstGeom>
        </p:spPr>
      </p:pic>
      <p:sp>
        <p:nvSpPr>
          <p:cNvPr id="4" name="TextBox 3">
            <a:extLst>
              <a:ext uri="{FF2B5EF4-FFF2-40B4-BE49-F238E27FC236}">
                <a16:creationId xmlns:a16="http://schemas.microsoft.com/office/drawing/2014/main" id="{A0237D7F-DDD1-A294-7BA8-25C9A105D83A}"/>
              </a:ext>
            </a:extLst>
          </p:cNvPr>
          <p:cNvSpPr txBox="1"/>
          <p:nvPr/>
        </p:nvSpPr>
        <p:spPr>
          <a:xfrm>
            <a:off x="660400" y="4704080"/>
            <a:ext cx="74676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Figure 11: Output from R code [see syntax] for </a:t>
            </a:r>
            <a:r>
              <a:rPr lang="en-GB" sz="1200">
                <a:solidFill>
                  <a:srgbClr val="00B0F0"/>
                </a:solidFill>
              </a:rPr>
              <a:t>Retail</a:t>
            </a:r>
            <a:r>
              <a:rPr lang="en-GB" sz="1200"/>
              <a:t> t test.</a:t>
            </a:r>
            <a:r>
              <a:rPr lang="en-GB"/>
              <a:t>  </a:t>
            </a:r>
          </a:p>
        </p:txBody>
      </p:sp>
    </p:spTree>
    <p:extLst>
      <p:ext uri="{BB962C8B-B14F-4D97-AF65-F5344CB8AC3E}">
        <p14:creationId xmlns:p14="http://schemas.microsoft.com/office/powerpoint/2010/main" val="620870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4E15A-C14D-C0AD-09DE-12DB0CB266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FDC38B-1D5F-B167-4C31-C78332F390A4}"/>
              </a:ext>
            </a:extLst>
          </p:cNvPr>
          <p:cNvSpPr>
            <a:spLocks noGrp="1"/>
          </p:cNvSpPr>
          <p:nvPr>
            <p:ph type="title"/>
          </p:nvPr>
        </p:nvSpPr>
        <p:spPr>
          <a:xfrm>
            <a:off x="646111" y="313667"/>
            <a:ext cx="9404723" cy="1400530"/>
          </a:xfrm>
        </p:spPr>
        <p:txBody>
          <a:bodyPr/>
          <a:lstStyle/>
          <a:p>
            <a:r>
              <a:rPr lang="en-US" sz="2500" b="1"/>
              <a:t>Results of Investigation Continued </a:t>
            </a:r>
            <a:br>
              <a:rPr lang="en-US" sz="2500" b="1"/>
            </a:br>
            <a:r>
              <a:rPr lang="en-US" sz="2500" b="1"/>
              <a:t>Hypothesis testing : Paired T-Test</a:t>
            </a:r>
            <a:endParaRPr lang="en-US"/>
          </a:p>
        </p:txBody>
      </p:sp>
      <p:sp>
        <p:nvSpPr>
          <p:cNvPr id="15" name="Content Placeholder 14">
            <a:extLst>
              <a:ext uri="{FF2B5EF4-FFF2-40B4-BE49-F238E27FC236}">
                <a16:creationId xmlns:a16="http://schemas.microsoft.com/office/drawing/2014/main" id="{0B94F20E-272E-59C3-CB67-538F273F63AE}"/>
              </a:ext>
            </a:extLst>
          </p:cNvPr>
          <p:cNvSpPr>
            <a:spLocks noGrp="1"/>
          </p:cNvSpPr>
          <p:nvPr>
            <p:ph sz="quarter" idx="4"/>
          </p:nvPr>
        </p:nvSpPr>
        <p:spPr>
          <a:xfrm>
            <a:off x="422394" y="1966173"/>
            <a:ext cx="9214639" cy="1533962"/>
          </a:xfrm>
        </p:spPr>
        <p:txBody>
          <a:bodyPr vert="horz" lIns="91440" tIns="45720" rIns="91440" bIns="45720" rtlCol="0" anchor="t">
            <a:noAutofit/>
          </a:bodyPr>
          <a:lstStyle/>
          <a:p>
            <a:pPr marL="0" indent="0">
              <a:spcBef>
                <a:spcPts val="0"/>
              </a:spcBef>
              <a:buNone/>
            </a:pPr>
            <a:r>
              <a:rPr lang="en-US" sz="1300" b="1"/>
              <a:t>Null Hypothesis (H0)</a:t>
            </a:r>
            <a:r>
              <a:rPr lang="en-US" sz="1300"/>
              <a:t>: mean of retail price is the same as the mean of Amazon prices  </a:t>
            </a:r>
            <a:endParaRPr lang="en-US" sz="1300" b="1"/>
          </a:p>
          <a:p>
            <a:pPr marL="0" indent="0">
              <a:spcBef>
                <a:spcPts val="0"/>
              </a:spcBef>
              <a:buNone/>
            </a:pPr>
            <a:endParaRPr lang="en-US" sz="1300"/>
          </a:p>
          <a:p>
            <a:pPr marL="0" indent="0">
              <a:spcBef>
                <a:spcPts val="0"/>
              </a:spcBef>
              <a:buNone/>
            </a:pPr>
            <a:r>
              <a:rPr lang="en-US" sz="1300" b="1"/>
              <a:t>Alternate hypothesis (H1)</a:t>
            </a:r>
            <a:r>
              <a:rPr lang="en-US" sz="1300"/>
              <a:t>: mean of retail price is not equal to the mean of Amazon prices</a:t>
            </a:r>
            <a:endParaRPr lang="en-US" sz="1300" err="1"/>
          </a:p>
        </p:txBody>
      </p:sp>
      <p:pic>
        <p:nvPicPr>
          <p:cNvPr id="7" name="Picture 6" descr="A screenshot of a computer code&#10;&#10;AI-generated content may be incorrect.">
            <a:extLst>
              <a:ext uri="{FF2B5EF4-FFF2-40B4-BE49-F238E27FC236}">
                <a16:creationId xmlns:a16="http://schemas.microsoft.com/office/drawing/2014/main" id="{09AAA542-AC6A-4CE6-5F64-85891CD97D8A}"/>
              </a:ext>
            </a:extLst>
          </p:cNvPr>
          <p:cNvPicPr>
            <a:picLocks noChangeAspect="1"/>
          </p:cNvPicPr>
          <p:nvPr/>
        </p:nvPicPr>
        <p:blipFill>
          <a:blip r:embed="rId2"/>
          <a:stretch>
            <a:fillRect/>
          </a:stretch>
        </p:blipFill>
        <p:spPr>
          <a:xfrm>
            <a:off x="722782" y="2730960"/>
            <a:ext cx="5652246" cy="1704599"/>
          </a:xfrm>
          <a:prstGeom prst="rect">
            <a:avLst/>
          </a:prstGeom>
        </p:spPr>
      </p:pic>
      <p:sp>
        <p:nvSpPr>
          <p:cNvPr id="10" name="TextBox 9">
            <a:extLst>
              <a:ext uri="{FF2B5EF4-FFF2-40B4-BE49-F238E27FC236}">
                <a16:creationId xmlns:a16="http://schemas.microsoft.com/office/drawing/2014/main" id="{0DCDAB20-DE28-06E4-BAF7-661D8AA7FD3D}"/>
              </a:ext>
            </a:extLst>
          </p:cNvPr>
          <p:cNvSpPr txBox="1"/>
          <p:nvPr/>
        </p:nvSpPr>
        <p:spPr>
          <a:xfrm>
            <a:off x="424283" y="1302120"/>
            <a:ext cx="451402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u="sng">
                <a:latin typeface="Century Gothic"/>
              </a:rPr>
              <a:t>Paired t-test</a:t>
            </a:r>
          </a:p>
          <a:p>
            <a:endParaRPr lang="en-US"/>
          </a:p>
          <a:p>
            <a:pPr algn="ctr"/>
            <a:endParaRPr lang="en-US"/>
          </a:p>
        </p:txBody>
      </p:sp>
      <p:sp>
        <p:nvSpPr>
          <p:cNvPr id="5" name="TextBox 4">
            <a:extLst>
              <a:ext uri="{FF2B5EF4-FFF2-40B4-BE49-F238E27FC236}">
                <a16:creationId xmlns:a16="http://schemas.microsoft.com/office/drawing/2014/main" id="{F71077CC-8A71-B216-4328-E627801C17A8}"/>
              </a:ext>
            </a:extLst>
          </p:cNvPr>
          <p:cNvSpPr txBox="1"/>
          <p:nvPr/>
        </p:nvSpPr>
        <p:spPr>
          <a:xfrm>
            <a:off x="423504" y="4869193"/>
            <a:ext cx="11196329" cy="16927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u="sng">
                <a:ea typeface="+mn-lt"/>
                <a:cs typeface="+mn-lt"/>
              </a:rPr>
              <a:t>Test Results: </a:t>
            </a:r>
            <a:endParaRPr lang="en-US" sz="1300" b="1" u="sng"/>
          </a:p>
          <a:p>
            <a:endParaRPr lang="en-US" sz="1300" b="1" u="sng">
              <a:ea typeface="+mn-lt"/>
              <a:cs typeface="+mn-lt"/>
            </a:endParaRPr>
          </a:p>
          <a:p>
            <a:pPr marL="285750" indent="-285750">
              <a:buFont typeface="Wingdings"/>
              <a:buChar char="v"/>
            </a:pPr>
            <a:r>
              <a:rPr lang="en-US" sz="1300">
                <a:ea typeface="+mn-lt"/>
                <a:cs typeface="+mn-lt"/>
              </a:rPr>
              <a:t>P-value = 2.2e-16 &lt; 0.05. There is enough evidence that the mean retail price is not equal to the mean Amazon price. </a:t>
            </a:r>
            <a:r>
              <a:rPr lang="en-US" sz="1300" b="1">
                <a:ea typeface="+mn-lt"/>
                <a:cs typeface="+mn-lt"/>
              </a:rPr>
              <a:t>Therefore, we reject the null hypothesis.</a:t>
            </a:r>
          </a:p>
          <a:p>
            <a:pPr marL="285750" indent="-285750">
              <a:buFont typeface="Wingdings"/>
              <a:buChar char="v"/>
            </a:pPr>
            <a:endParaRPr lang="en-US" sz="1300">
              <a:ea typeface="+mn-lt"/>
              <a:cs typeface="+mn-lt"/>
            </a:endParaRPr>
          </a:p>
          <a:p>
            <a:pPr marL="285750" indent="-285750">
              <a:buFont typeface="Wingdings"/>
              <a:buChar char="v"/>
            </a:pPr>
            <a:r>
              <a:rPr lang="en-US" sz="1300">
                <a:ea typeface="+mn-lt"/>
                <a:cs typeface="+mn-lt"/>
              </a:rPr>
              <a:t>t-value of -11.2, implies that the mean retail price is lower than the mean Amazon price.</a:t>
            </a:r>
          </a:p>
          <a:p>
            <a:pPr marL="285750" indent="-285750">
              <a:buFont typeface="Wingdings"/>
              <a:buChar char="v"/>
            </a:pPr>
            <a:endParaRPr lang="en-US" sz="1300">
              <a:ea typeface="+mn-lt"/>
              <a:cs typeface="+mn-lt"/>
            </a:endParaRPr>
          </a:p>
          <a:p>
            <a:pPr marL="285750" indent="-285750">
              <a:buFont typeface="Wingdings"/>
              <a:buChar char="v"/>
            </a:pPr>
            <a:r>
              <a:rPr lang="en-US" sz="1300">
                <a:ea typeface="+mn-lt"/>
                <a:cs typeface="+mn-lt"/>
              </a:rPr>
              <a:t>Based on the confidence interval and mean differences, the retail price is about $9-$14 lower than Amazon prices.</a:t>
            </a:r>
            <a:endParaRPr lang="en-US" sz="1300"/>
          </a:p>
        </p:txBody>
      </p:sp>
      <p:pic>
        <p:nvPicPr>
          <p:cNvPr id="11" name="Picture 10" descr="A red and white logo&#10;&#10;AI-generated content may be incorrect.">
            <a:extLst>
              <a:ext uri="{FF2B5EF4-FFF2-40B4-BE49-F238E27FC236}">
                <a16:creationId xmlns:a16="http://schemas.microsoft.com/office/drawing/2014/main" id="{8919307A-5084-B6C0-410F-E0A725B97AA6}"/>
              </a:ext>
            </a:extLst>
          </p:cNvPr>
          <p:cNvPicPr>
            <a:picLocks noChangeAspect="1"/>
          </p:cNvPicPr>
          <p:nvPr/>
        </p:nvPicPr>
        <p:blipFill>
          <a:blip r:embed="rId3"/>
          <a:stretch>
            <a:fillRect/>
          </a:stretch>
        </p:blipFill>
        <p:spPr>
          <a:xfrm>
            <a:off x="10295860" y="177209"/>
            <a:ext cx="974652" cy="549349"/>
          </a:xfrm>
          <a:prstGeom prst="rect">
            <a:avLst/>
          </a:prstGeom>
        </p:spPr>
      </p:pic>
      <p:sp>
        <p:nvSpPr>
          <p:cNvPr id="3" name="TextBox 2">
            <a:extLst>
              <a:ext uri="{FF2B5EF4-FFF2-40B4-BE49-F238E27FC236}">
                <a16:creationId xmlns:a16="http://schemas.microsoft.com/office/drawing/2014/main" id="{AAB59DB9-4507-3CDD-8840-9E05981FF5D3}"/>
              </a:ext>
            </a:extLst>
          </p:cNvPr>
          <p:cNvSpPr txBox="1"/>
          <p:nvPr/>
        </p:nvSpPr>
        <p:spPr>
          <a:xfrm>
            <a:off x="422715" y="1677090"/>
            <a:ext cx="8676788" cy="5693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baseline="0">
                <a:solidFill>
                  <a:srgbClr val="FFFFFF"/>
                </a:solidFill>
                <a:latin typeface="Century Gothic"/>
              </a:rPr>
              <a:t>Comparing the </a:t>
            </a:r>
            <a:r>
              <a:rPr lang="en-US" sz="1300" b="1">
                <a:solidFill>
                  <a:srgbClr val="FFFFFF"/>
                </a:solidFill>
                <a:latin typeface="Century Gothic"/>
              </a:rPr>
              <a:t>Mean</a:t>
            </a:r>
            <a:r>
              <a:rPr lang="en-US" sz="1300" b="1" baseline="0">
                <a:solidFill>
                  <a:srgbClr val="FFFFFF"/>
                </a:solidFill>
                <a:latin typeface="Century Gothic"/>
              </a:rPr>
              <a:t> </a:t>
            </a:r>
            <a:r>
              <a:rPr lang="en-US" sz="1300" baseline="0">
                <a:solidFill>
                  <a:srgbClr val="FFFFFF"/>
                </a:solidFill>
                <a:latin typeface="Century Gothic"/>
              </a:rPr>
              <a:t>of </a:t>
            </a:r>
            <a:r>
              <a:rPr lang="en-US" sz="1300" b="1" baseline="0">
                <a:solidFill>
                  <a:srgbClr val="00B0F0"/>
                </a:solidFill>
                <a:latin typeface="Century Gothic"/>
              </a:rPr>
              <a:t>Retail price </a:t>
            </a:r>
            <a:r>
              <a:rPr lang="en-US" sz="1300" baseline="0">
                <a:solidFill>
                  <a:srgbClr val="FFFFFF"/>
                </a:solidFill>
                <a:latin typeface="Century Gothic"/>
              </a:rPr>
              <a:t>and</a:t>
            </a:r>
            <a:r>
              <a:rPr lang="en-US" sz="1300" b="1" baseline="0">
                <a:solidFill>
                  <a:srgbClr val="FFFFFF"/>
                </a:solidFill>
                <a:latin typeface="Century Gothic"/>
              </a:rPr>
              <a:t> </a:t>
            </a:r>
            <a:r>
              <a:rPr lang="en-US" sz="1300" b="1" baseline="0">
                <a:solidFill>
                  <a:srgbClr val="FFFF00"/>
                </a:solidFill>
                <a:latin typeface="Century Gothic"/>
              </a:rPr>
              <a:t>Amazon prices</a:t>
            </a:r>
            <a:r>
              <a:rPr lang="en-US" sz="1300" b="1" baseline="0">
                <a:solidFill>
                  <a:srgbClr val="FFFFFF"/>
                </a:solidFill>
                <a:latin typeface="Century Gothic"/>
              </a:rPr>
              <a:t> </a:t>
            </a:r>
            <a:r>
              <a:rPr lang="en-US" sz="1300" baseline="0">
                <a:solidFill>
                  <a:srgbClr val="FFFFFF"/>
                </a:solidFill>
                <a:latin typeface="Century Gothic"/>
              </a:rPr>
              <a:t>across theme types using</a:t>
            </a:r>
            <a:r>
              <a:rPr lang="en-US" sz="1300" b="1" baseline="0">
                <a:solidFill>
                  <a:srgbClr val="FFFFFF"/>
                </a:solidFill>
                <a:latin typeface="Century Gothic"/>
              </a:rPr>
              <a:t> paired t-test</a:t>
            </a:r>
            <a:r>
              <a:rPr lang="en-US" sz="1300">
                <a:solidFill>
                  <a:srgbClr val="FFFFFF"/>
                </a:solidFill>
                <a:latin typeface="Century Gothic"/>
              </a:rPr>
              <a:t>:</a:t>
            </a:r>
            <a:endParaRPr lang="en-US"/>
          </a:p>
          <a:p>
            <a:pPr algn="ctr"/>
            <a:endParaRPr lang="en-US"/>
          </a:p>
        </p:txBody>
      </p:sp>
      <p:sp>
        <p:nvSpPr>
          <p:cNvPr id="4" name="TextBox 3">
            <a:extLst>
              <a:ext uri="{FF2B5EF4-FFF2-40B4-BE49-F238E27FC236}">
                <a16:creationId xmlns:a16="http://schemas.microsoft.com/office/drawing/2014/main" id="{88AE6F2C-4049-88DE-EE55-E3DD72DD126F}"/>
              </a:ext>
            </a:extLst>
          </p:cNvPr>
          <p:cNvSpPr txBox="1"/>
          <p:nvPr/>
        </p:nvSpPr>
        <p:spPr>
          <a:xfrm>
            <a:off x="646176" y="4437888"/>
            <a:ext cx="6144768" cy="5693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300"/>
              <a:t>Figure 12: Results for the Paired t-test  </a:t>
            </a:r>
            <a:endParaRPr lang="en-US" sz="1300"/>
          </a:p>
          <a:p>
            <a:pPr algn="l"/>
            <a:endParaRPr lang="en-US"/>
          </a:p>
        </p:txBody>
      </p:sp>
    </p:spTree>
    <p:extLst>
      <p:ext uri="{BB962C8B-B14F-4D97-AF65-F5344CB8AC3E}">
        <p14:creationId xmlns:p14="http://schemas.microsoft.com/office/powerpoint/2010/main" val="168068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A82C-8E3B-23AE-2CB7-822026BD1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3FFAB-B0B2-EA2E-5630-25CC4D99E531}"/>
              </a:ext>
            </a:extLst>
          </p:cNvPr>
          <p:cNvSpPr>
            <a:spLocks noGrp="1"/>
          </p:cNvSpPr>
          <p:nvPr>
            <p:ph type="title"/>
          </p:nvPr>
        </p:nvSpPr>
        <p:spPr>
          <a:xfrm>
            <a:off x="646111" y="452718"/>
            <a:ext cx="9404723" cy="794838"/>
          </a:xfrm>
        </p:spPr>
        <p:txBody>
          <a:bodyPr/>
          <a:lstStyle/>
          <a:p>
            <a:r>
              <a:rPr lang="en-US" b="1"/>
              <a:t>Q2: Conclusion</a:t>
            </a:r>
            <a:endParaRPr lang="en-US"/>
          </a:p>
        </p:txBody>
      </p:sp>
      <p:sp>
        <p:nvSpPr>
          <p:cNvPr id="3" name="Content Placeholder 2">
            <a:extLst>
              <a:ext uri="{FF2B5EF4-FFF2-40B4-BE49-F238E27FC236}">
                <a16:creationId xmlns:a16="http://schemas.microsoft.com/office/drawing/2014/main" id="{53BC39D5-1F9F-6021-789B-DB493DDB122D}"/>
              </a:ext>
            </a:extLst>
          </p:cNvPr>
          <p:cNvSpPr>
            <a:spLocks noGrp="1"/>
          </p:cNvSpPr>
          <p:nvPr>
            <p:ph idx="1"/>
          </p:nvPr>
        </p:nvSpPr>
        <p:spPr/>
        <p:txBody>
          <a:bodyPr vert="horz" lIns="91440" tIns="45720" rIns="91440" bIns="45720" rtlCol="0" anchor="t">
            <a:noAutofit/>
          </a:bodyPr>
          <a:lstStyle/>
          <a:p>
            <a:pPr>
              <a:buNone/>
            </a:pPr>
            <a:endParaRPr lang="en-US" sz="1400">
              <a:ea typeface="+mj-lt"/>
              <a:cs typeface="+mj-lt"/>
            </a:endParaRPr>
          </a:p>
          <a:p>
            <a:pPr algn="just">
              <a:buNone/>
            </a:pPr>
            <a:endParaRPr lang="en-US" sz="1300">
              <a:solidFill>
                <a:srgbClr val="0E101A"/>
              </a:solidFill>
            </a:endParaRPr>
          </a:p>
          <a:p>
            <a:pPr marL="0" indent="0">
              <a:buNone/>
            </a:pPr>
            <a:endParaRPr lang="en-US" sz="1300"/>
          </a:p>
          <a:p>
            <a:pPr marL="0" indent="0">
              <a:buNone/>
            </a:pPr>
            <a:endParaRPr lang="en-US" sz="1300"/>
          </a:p>
          <a:p>
            <a:pPr marL="0" indent="0">
              <a:buNone/>
            </a:pPr>
            <a:endParaRPr lang="en-US" sz="1300"/>
          </a:p>
        </p:txBody>
      </p:sp>
      <p:pic>
        <p:nvPicPr>
          <p:cNvPr id="5" name="Picture 4" descr="A red and white logo&#10;&#10;AI-generated content may be incorrect.">
            <a:extLst>
              <a:ext uri="{FF2B5EF4-FFF2-40B4-BE49-F238E27FC236}">
                <a16:creationId xmlns:a16="http://schemas.microsoft.com/office/drawing/2014/main" id="{9A2D5189-5615-D8CC-F607-26DE24B86A67}"/>
              </a:ext>
            </a:extLst>
          </p:cNvPr>
          <p:cNvPicPr>
            <a:picLocks noChangeAspect="1"/>
          </p:cNvPicPr>
          <p:nvPr/>
        </p:nvPicPr>
        <p:blipFill>
          <a:blip r:embed="rId2"/>
          <a:stretch>
            <a:fillRect/>
          </a:stretch>
        </p:blipFill>
        <p:spPr>
          <a:xfrm>
            <a:off x="10295860" y="177209"/>
            <a:ext cx="974652" cy="549349"/>
          </a:xfrm>
          <a:prstGeom prst="rect">
            <a:avLst/>
          </a:prstGeom>
        </p:spPr>
      </p:pic>
      <p:sp>
        <p:nvSpPr>
          <p:cNvPr id="6" name="TextBox 5">
            <a:extLst>
              <a:ext uri="{FF2B5EF4-FFF2-40B4-BE49-F238E27FC236}">
                <a16:creationId xmlns:a16="http://schemas.microsoft.com/office/drawing/2014/main" id="{D499C7DC-473D-A238-41A2-326BFD1DC81A}"/>
              </a:ext>
            </a:extLst>
          </p:cNvPr>
          <p:cNvSpPr txBox="1"/>
          <p:nvPr/>
        </p:nvSpPr>
        <p:spPr>
          <a:xfrm>
            <a:off x="645583" y="1248833"/>
            <a:ext cx="10265833"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2">
                    <a:lumMod val="40000"/>
                    <a:lumOff val="60000"/>
                  </a:schemeClr>
                </a:solidFill>
                <a:latin typeface="Century Gothic"/>
              </a:rPr>
              <a:t>Question: Is there a relationship between theme and price? Does this relationship change when looking at Retail Price VS Amazon Price?</a:t>
            </a:r>
            <a:endParaRPr lang="en-US" sz="2000" b="1">
              <a:solidFill>
                <a:schemeClr val="bg2">
                  <a:lumMod val="40000"/>
                  <a:lumOff val="60000"/>
                </a:schemeClr>
              </a:solidFill>
            </a:endParaRPr>
          </a:p>
          <a:p>
            <a:pPr algn="ctr"/>
            <a:endParaRPr lang="en-US"/>
          </a:p>
        </p:txBody>
      </p:sp>
      <p:sp>
        <p:nvSpPr>
          <p:cNvPr id="7" name="Content Placeholder 2">
            <a:extLst>
              <a:ext uri="{FF2B5EF4-FFF2-40B4-BE49-F238E27FC236}">
                <a16:creationId xmlns:a16="http://schemas.microsoft.com/office/drawing/2014/main" id="{55167F07-F179-3D99-A819-E35BD2A86E1D}"/>
              </a:ext>
            </a:extLst>
          </p:cNvPr>
          <p:cNvSpPr txBox="1">
            <a:spLocks/>
          </p:cNvSpPr>
          <p:nvPr/>
        </p:nvSpPr>
        <p:spPr>
          <a:xfrm>
            <a:off x="1111099" y="2055143"/>
            <a:ext cx="8946541" cy="4195481"/>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buFont typeface="Wingdings" charset="2"/>
              <a:buChar char="v"/>
            </a:pPr>
            <a:r>
              <a:rPr lang="en-US" sz="1500"/>
              <a:t>To determine if there is a relationship between theme and price, our team conducted several hypothesis tests using the t-distribution. The tests are performed based on the theme types (Lego originals and External themes) and price (Retail and Amazon). </a:t>
            </a:r>
            <a:endParaRPr lang="en-US"/>
          </a:p>
          <a:p>
            <a:pPr>
              <a:buClr>
                <a:srgbClr val="8AD0D6"/>
              </a:buClr>
              <a:buFont typeface="Wingdings" charset="2"/>
              <a:buChar char="v"/>
            </a:pPr>
            <a:r>
              <a:rPr lang="en-US" sz="1500"/>
              <a:t>Two-sample t-tests are computed to compare the average prices of the Lego originals and external themes. The test results show that the mean price difference is not significant for either retail or Amazon prices. However, it is found that </a:t>
            </a:r>
            <a:r>
              <a:rPr lang="en-US" sz="1500" b="1"/>
              <a:t>Lego-original themes are on average, more expensive on Amazon</a:t>
            </a:r>
            <a:r>
              <a:rPr lang="en-US" sz="1500"/>
              <a:t>, and that </a:t>
            </a:r>
            <a:r>
              <a:rPr lang="en-US" sz="1500" b="1"/>
              <a:t>External themes are, on average more costly on Retail.</a:t>
            </a:r>
          </a:p>
          <a:p>
            <a:pPr>
              <a:buClr>
                <a:srgbClr val="8AD0D6"/>
              </a:buClr>
              <a:buFont typeface="Wingdings" charset="2"/>
              <a:buChar char="v"/>
            </a:pPr>
            <a:r>
              <a:rPr lang="en-US" sz="1500"/>
              <a:t>After examining the relationship between theme and retail price, the impact of Amazon's price is investigated to check if it changes the relationship. First, a paired t-test is computed to compare the mean differences of retail and Amazon prices. The finding shows that retail prices are significantly lower, approximately </a:t>
            </a:r>
            <a:r>
              <a:rPr lang="en-US" sz="1500" b="1"/>
              <a:t>$12 less</a:t>
            </a:r>
            <a:r>
              <a:rPr lang="en-US" sz="1500"/>
              <a:t> than Amazon prices.</a:t>
            </a:r>
          </a:p>
          <a:p>
            <a:pPr>
              <a:buClr>
                <a:srgbClr val="8AD0D6"/>
              </a:buClr>
              <a:buFont typeface="Wingdings" charset="2"/>
              <a:buChar char="v"/>
            </a:pPr>
            <a:r>
              <a:rPr lang="en-US" sz="1500" b="1"/>
              <a:t>Conclusively, by performing a two-tailed t-test, we found that Lego-original themes are on average more expensive on Amazon, and that External themes are more expensive in Retail stores. On performing a paired t-test, we also found that retail prices are lower than Amazon prices by approximately 21%. </a:t>
            </a:r>
            <a:endParaRPr lang="en-US" sz="1500"/>
          </a:p>
        </p:txBody>
      </p:sp>
    </p:spTree>
    <p:extLst>
      <p:ext uri="{BB962C8B-B14F-4D97-AF65-F5344CB8AC3E}">
        <p14:creationId xmlns:p14="http://schemas.microsoft.com/office/powerpoint/2010/main" val="2783888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C1279-55C2-C6B9-E9DE-5870B902689A}"/>
              </a:ext>
            </a:extLst>
          </p:cNvPr>
          <p:cNvSpPr>
            <a:spLocks noGrp="1"/>
          </p:cNvSpPr>
          <p:nvPr>
            <p:ph type="title"/>
          </p:nvPr>
        </p:nvSpPr>
        <p:spPr>
          <a:xfrm>
            <a:off x="343399" y="150006"/>
            <a:ext cx="9707435" cy="1703242"/>
          </a:xfrm>
        </p:spPr>
        <p:txBody>
          <a:bodyPr/>
          <a:lstStyle/>
          <a:p>
            <a:r>
              <a:rPr lang="en-US" sz="2000" b="1">
                <a:solidFill>
                  <a:srgbClr val="FFFFFF"/>
                </a:solidFill>
              </a:rPr>
              <a:t>Q3)</a:t>
            </a:r>
            <a:br>
              <a:rPr lang="en-US" sz="2000" b="1"/>
            </a:br>
            <a:r>
              <a:rPr lang="en-US" sz="2000" b="1">
                <a:solidFill>
                  <a:srgbClr val="FFFFFF"/>
                </a:solidFill>
              </a:rPr>
              <a:t>Are there significant differences in the number of unique pieces between sets that are aimed at younger or older age groups?</a:t>
            </a:r>
            <a:endParaRPr lang="en-US" sz="2000"/>
          </a:p>
        </p:txBody>
      </p:sp>
      <p:sp>
        <p:nvSpPr>
          <p:cNvPr id="3" name="Content Placeholder 2">
            <a:extLst>
              <a:ext uri="{FF2B5EF4-FFF2-40B4-BE49-F238E27FC236}">
                <a16:creationId xmlns:a16="http://schemas.microsoft.com/office/drawing/2014/main" id="{1934FF55-4330-EED1-ECDE-B19EDC7B79D1}"/>
              </a:ext>
            </a:extLst>
          </p:cNvPr>
          <p:cNvSpPr>
            <a:spLocks noGrp="1"/>
          </p:cNvSpPr>
          <p:nvPr>
            <p:ph idx="1"/>
          </p:nvPr>
        </p:nvSpPr>
        <p:spPr>
          <a:xfrm>
            <a:off x="341313" y="1217851"/>
            <a:ext cx="11629197" cy="5489835"/>
          </a:xfrm>
        </p:spPr>
        <p:txBody>
          <a:bodyPr vert="horz" lIns="91440" tIns="45720" rIns="91440" bIns="45720" rtlCol="0" anchor="t">
            <a:normAutofit/>
          </a:bodyPr>
          <a:lstStyle/>
          <a:p>
            <a:r>
              <a:rPr lang="en-GB" sz="1800" b="1">
                <a:solidFill>
                  <a:srgbClr val="8AD0D6"/>
                </a:solidFill>
              </a:rPr>
              <a:t>What is a unique piece?</a:t>
            </a:r>
          </a:p>
          <a:p>
            <a:pPr>
              <a:buClr>
                <a:srgbClr val="8AD0D6"/>
              </a:buClr>
            </a:pPr>
            <a:r>
              <a:rPr lang="en-GB" sz="1400">
                <a:ea typeface="+mj-lt"/>
                <a:cs typeface="+mj-lt"/>
              </a:rPr>
              <a:t>On Brickset.com, a "unique piece" refers to a specific element (combination of design and colour) that, at the time the set was released, was available in that particular set only. The pieces, however, might appear in other colours or sets over time.</a:t>
            </a:r>
            <a:endParaRPr lang="en-GB" sz="1400"/>
          </a:p>
          <a:p>
            <a:pPr>
              <a:buClr>
                <a:srgbClr val="8AD0D6"/>
              </a:buClr>
            </a:pPr>
            <a:r>
              <a:rPr lang="en-GB" sz="1400"/>
              <a:t>These pieces can add interest &amp; value especially amongst collectors. Unique pieces can also be used as a metric for complexity.</a:t>
            </a:r>
          </a:p>
          <a:p>
            <a:pPr>
              <a:buClr>
                <a:srgbClr val="8AD0D6"/>
              </a:buClr>
            </a:pPr>
            <a:endParaRPr lang="en-GB"/>
          </a:p>
        </p:txBody>
      </p:sp>
      <p:pic>
        <p:nvPicPr>
          <p:cNvPr id="5" name="Picture 4" descr="A graph of unique pieces&#10;&#10;AI-generated content may be incorrect.">
            <a:extLst>
              <a:ext uri="{FF2B5EF4-FFF2-40B4-BE49-F238E27FC236}">
                <a16:creationId xmlns:a16="http://schemas.microsoft.com/office/drawing/2014/main" id="{ACF9304F-14B6-861C-1587-4A2AFE23795F}"/>
              </a:ext>
            </a:extLst>
          </p:cNvPr>
          <p:cNvPicPr>
            <a:picLocks noChangeAspect="1"/>
          </p:cNvPicPr>
          <p:nvPr/>
        </p:nvPicPr>
        <p:blipFill>
          <a:blip r:embed="rId2"/>
          <a:stretch>
            <a:fillRect/>
          </a:stretch>
        </p:blipFill>
        <p:spPr>
          <a:xfrm>
            <a:off x="5350990" y="2476851"/>
            <a:ext cx="6618987" cy="3862607"/>
          </a:xfrm>
          <a:prstGeom prst="rect">
            <a:avLst/>
          </a:prstGeom>
        </p:spPr>
      </p:pic>
      <p:sp>
        <p:nvSpPr>
          <p:cNvPr id="6" name="TextBox 5">
            <a:extLst>
              <a:ext uri="{FF2B5EF4-FFF2-40B4-BE49-F238E27FC236}">
                <a16:creationId xmlns:a16="http://schemas.microsoft.com/office/drawing/2014/main" id="{BEAD4C1B-2A6B-8E3C-775C-E25D5B6489E2}"/>
              </a:ext>
            </a:extLst>
          </p:cNvPr>
          <p:cNvSpPr txBox="1"/>
          <p:nvPr/>
        </p:nvSpPr>
        <p:spPr>
          <a:xfrm>
            <a:off x="0" y="2698316"/>
            <a:ext cx="5369193"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GB" sz="1600" b="0" i="0" u="none" strike="noStrike" baseline="0">
                <a:solidFill>
                  <a:srgbClr val="FFFFFF"/>
                </a:solidFill>
                <a:latin typeface="Century Gothic"/>
                <a:ea typeface="Arial"/>
                <a:cs typeface="Arial"/>
              </a:rPr>
              <a:t>From Figure 13 we can see that </a:t>
            </a:r>
            <a:r>
              <a:rPr lang="en-GB" sz="1600">
                <a:solidFill>
                  <a:srgbClr val="FFFFFF"/>
                </a:solidFill>
                <a:latin typeface="Century Gothic"/>
                <a:ea typeface="Arial"/>
                <a:cs typeface="Arial"/>
              </a:rPr>
              <a:t>the distribution</a:t>
            </a:r>
            <a:r>
              <a:rPr lang="en-GB" sz="1600" b="0" i="0" u="none" strike="noStrike" baseline="0">
                <a:solidFill>
                  <a:srgbClr val="FFFFFF"/>
                </a:solidFill>
                <a:latin typeface="Century Gothic"/>
                <a:ea typeface="Arial"/>
                <a:cs typeface="Arial"/>
              </a:rPr>
              <a:t> of the unique pieces </a:t>
            </a:r>
            <a:r>
              <a:rPr lang="en-GB" sz="1600">
                <a:solidFill>
                  <a:srgbClr val="FFFFFF"/>
                </a:solidFill>
                <a:latin typeface="Century Gothic"/>
                <a:ea typeface="Arial"/>
                <a:cs typeface="Arial"/>
              </a:rPr>
              <a:t>is interesting</a:t>
            </a:r>
            <a:r>
              <a:rPr lang="en-GB" sz="1600" b="0" i="0" u="none" strike="noStrike" baseline="0">
                <a:solidFill>
                  <a:srgbClr val="FFFFFF"/>
                </a:solidFill>
                <a:latin typeface="Century Gothic"/>
                <a:ea typeface="Arial"/>
                <a:cs typeface="Arial"/>
              </a:rPr>
              <a:t> with most of them being in the</a:t>
            </a:r>
            <a:r>
              <a:rPr lang="en-GB" sz="1600" b="1" i="0" u="none" strike="noStrike" baseline="0">
                <a:solidFill>
                  <a:srgbClr val="FFFFFF"/>
                </a:solidFill>
                <a:latin typeface="Century Gothic"/>
                <a:ea typeface="Arial"/>
                <a:cs typeface="Arial"/>
              </a:rPr>
              <a:t>100-200</a:t>
            </a:r>
            <a:r>
              <a:rPr lang="en-GB" sz="1600" b="0" i="0" u="none" strike="noStrike" baseline="0">
                <a:solidFill>
                  <a:srgbClr val="FFFFFF"/>
                </a:solidFill>
                <a:latin typeface="Century Gothic"/>
                <a:ea typeface="Arial"/>
                <a:cs typeface="Arial"/>
              </a:rPr>
              <a:t> </a:t>
            </a:r>
            <a:r>
              <a:rPr lang="en-GB" sz="1600" b="1" i="0" u="none" strike="noStrike" baseline="0">
                <a:solidFill>
                  <a:srgbClr val="FFFFFF"/>
                </a:solidFill>
                <a:latin typeface="Century Gothic"/>
                <a:ea typeface="Arial"/>
                <a:cs typeface="Arial"/>
              </a:rPr>
              <a:t>pieces</a:t>
            </a:r>
            <a:r>
              <a:rPr lang="en-GB" sz="1600" b="0" i="0" u="none" strike="noStrike" baseline="0">
                <a:solidFill>
                  <a:srgbClr val="FFFFFF"/>
                </a:solidFill>
                <a:latin typeface="Century Gothic"/>
                <a:ea typeface="Arial"/>
                <a:cs typeface="Arial"/>
              </a:rPr>
              <a:t> </a:t>
            </a:r>
            <a:r>
              <a:rPr lang="en-GB" sz="1600">
                <a:solidFill>
                  <a:srgbClr val="FFFFFF"/>
                </a:solidFill>
                <a:latin typeface="Century Gothic"/>
                <a:ea typeface="Arial"/>
                <a:cs typeface="Arial"/>
              </a:rPr>
              <a:t>range with</a:t>
            </a:r>
            <a:r>
              <a:rPr lang="en-GB" sz="1600" b="0" i="0" u="none" strike="noStrike" baseline="0">
                <a:solidFill>
                  <a:srgbClr val="FFFFFF"/>
                </a:solidFill>
                <a:latin typeface="Century Gothic"/>
                <a:ea typeface="Arial"/>
                <a:cs typeface="Arial"/>
              </a:rPr>
              <a:t> a </a:t>
            </a:r>
            <a:r>
              <a:rPr lang="en-GB" sz="1600" b="1" i="0" u="none" strike="noStrike" baseline="0">
                <a:solidFill>
                  <a:srgbClr val="FFFFFF"/>
                </a:solidFill>
                <a:latin typeface="Century Gothic"/>
                <a:ea typeface="Arial"/>
                <a:cs typeface="Arial"/>
              </a:rPr>
              <a:t>frequency</a:t>
            </a:r>
            <a:r>
              <a:rPr lang="en-GB" sz="1600" b="0" i="0" u="none" strike="noStrike" baseline="0">
                <a:solidFill>
                  <a:srgbClr val="FFFFFF"/>
                </a:solidFill>
                <a:latin typeface="Century Gothic"/>
                <a:ea typeface="Arial"/>
                <a:cs typeface="Arial"/>
              </a:rPr>
              <a:t> of </a:t>
            </a:r>
            <a:r>
              <a:rPr lang="en-GB" sz="1600" b="1">
                <a:solidFill>
                  <a:srgbClr val="FFFFFF"/>
                </a:solidFill>
                <a:latin typeface="Century Gothic"/>
                <a:ea typeface="Arial"/>
                <a:cs typeface="Arial"/>
              </a:rPr>
              <a:t>175 </a:t>
            </a:r>
            <a:r>
              <a:rPr lang="en-GB" sz="1600">
                <a:solidFill>
                  <a:srgbClr val="FFFFFF"/>
                </a:solidFill>
                <a:latin typeface="Century Gothic"/>
                <a:ea typeface="Arial"/>
                <a:cs typeface="Arial"/>
              </a:rPr>
              <a:t>at</a:t>
            </a:r>
            <a:r>
              <a:rPr lang="en-GB" sz="1600" b="0" i="0" u="none" strike="noStrike" baseline="0">
                <a:solidFill>
                  <a:srgbClr val="FFFFFF"/>
                </a:solidFill>
                <a:latin typeface="Century Gothic"/>
                <a:ea typeface="Arial"/>
                <a:cs typeface="Arial"/>
              </a:rPr>
              <a:t> its peak.</a:t>
            </a:r>
            <a:r>
              <a:rPr lang="en-US" sz="1600" b="0" i="0">
                <a:solidFill>
                  <a:srgbClr val="FFFFFF"/>
                </a:solidFill>
                <a:latin typeface="Century Gothic"/>
                <a:ea typeface="Arial"/>
                <a:cs typeface="Arial"/>
              </a:rPr>
              <a:t>​</a:t>
            </a:r>
          </a:p>
          <a:p>
            <a:pPr marL="228600" indent="-228600">
              <a:buFont typeface=""/>
              <a:buChar char="•"/>
            </a:pPr>
            <a:endParaRPr lang="en-US" sz="1600">
              <a:solidFill>
                <a:srgbClr val="FFFFFF"/>
              </a:solidFill>
              <a:latin typeface="Century Gothic"/>
              <a:ea typeface="Arial"/>
              <a:cs typeface="Arial"/>
            </a:endParaRPr>
          </a:p>
          <a:p>
            <a:pPr marL="228600" indent="-228600">
              <a:buFont typeface=""/>
              <a:buChar char="•"/>
            </a:pPr>
            <a:r>
              <a:rPr lang="en-GB" sz="1600" b="0" i="0" u="none" strike="noStrike" baseline="0">
                <a:solidFill>
                  <a:srgbClr val="FFFFFF"/>
                </a:solidFill>
                <a:latin typeface="Century Gothic"/>
                <a:ea typeface="Arial"/>
                <a:cs typeface="Arial"/>
              </a:rPr>
              <a:t>The data is </a:t>
            </a:r>
            <a:r>
              <a:rPr lang="en-GB" sz="1600" b="1" i="0" u="none" strike="noStrike" baseline="0">
                <a:solidFill>
                  <a:srgbClr val="FFFFFF"/>
                </a:solidFill>
                <a:latin typeface="Century Gothic"/>
                <a:ea typeface="Arial"/>
                <a:cs typeface="Arial"/>
              </a:rPr>
              <a:t>strongly right‑skewed</a:t>
            </a:r>
            <a:r>
              <a:rPr lang="en-GB" sz="1600" b="0" i="0" u="none" strike="noStrike" baseline="0">
                <a:solidFill>
                  <a:srgbClr val="FFFFFF"/>
                </a:solidFill>
                <a:latin typeface="Century Gothic"/>
                <a:ea typeface="Arial"/>
                <a:cs typeface="Arial"/>
              </a:rPr>
              <a:t> — </a:t>
            </a:r>
            <a:r>
              <a:rPr lang="en-GB" sz="1600">
                <a:solidFill>
                  <a:srgbClr val="FFFFFF"/>
                </a:solidFill>
                <a:latin typeface="Century Gothic"/>
                <a:ea typeface="Arial"/>
                <a:cs typeface="Arial"/>
              </a:rPr>
              <a:t>most sets</a:t>
            </a:r>
            <a:r>
              <a:rPr lang="en-GB" sz="1600" b="0" i="0" u="none" strike="noStrike" baseline="0">
                <a:solidFill>
                  <a:srgbClr val="FFFFFF"/>
                </a:solidFill>
                <a:latin typeface="Century Gothic"/>
                <a:ea typeface="Arial"/>
                <a:cs typeface="Arial"/>
              </a:rPr>
              <a:t> have relatively few unique pieces,</a:t>
            </a:r>
            <a:r>
              <a:rPr lang="en-GB" sz="1600">
                <a:solidFill>
                  <a:srgbClr val="FFFFFF"/>
                </a:solidFill>
                <a:latin typeface="Century Gothic"/>
                <a:ea typeface="Arial"/>
                <a:cs typeface="Arial"/>
              </a:rPr>
              <a:t> </a:t>
            </a:r>
            <a:r>
              <a:rPr lang="en-GB" sz="1600" b="0" i="0" u="none" strike="noStrike" baseline="0">
                <a:solidFill>
                  <a:srgbClr val="FFFFFF"/>
                </a:solidFill>
                <a:latin typeface="Century Gothic"/>
                <a:ea typeface="Arial"/>
                <a:cs typeface="Arial"/>
              </a:rPr>
              <a:t>and only a small number of sets </a:t>
            </a:r>
            <a:r>
              <a:rPr lang="en-GB" sz="1600">
                <a:solidFill>
                  <a:srgbClr val="FFFFFF"/>
                </a:solidFill>
                <a:latin typeface="Century Gothic"/>
                <a:ea typeface="Arial"/>
                <a:cs typeface="Arial"/>
              </a:rPr>
              <a:t>reach very</a:t>
            </a:r>
            <a:r>
              <a:rPr lang="en-GB" sz="1600" b="0" i="0" u="none" strike="noStrike" baseline="0">
                <a:solidFill>
                  <a:srgbClr val="FFFFFF"/>
                </a:solidFill>
                <a:latin typeface="Century Gothic"/>
                <a:ea typeface="Arial"/>
                <a:cs typeface="Arial"/>
              </a:rPr>
              <a:t> high </a:t>
            </a:r>
            <a:r>
              <a:rPr lang="en-GB" sz="1600">
                <a:solidFill>
                  <a:srgbClr val="FFFFFF"/>
                </a:solidFill>
                <a:latin typeface="Century Gothic"/>
                <a:ea typeface="Arial"/>
                <a:cs typeface="Arial"/>
              </a:rPr>
              <a:t>counts</a:t>
            </a:r>
            <a:r>
              <a:rPr lang="en-GB" sz="1600" b="0" i="0" u="none" strike="noStrike" baseline="0">
                <a:solidFill>
                  <a:srgbClr val="FFFFFF"/>
                </a:solidFill>
                <a:latin typeface="Century Gothic"/>
                <a:ea typeface="Arial"/>
                <a:cs typeface="Arial"/>
              </a:rPr>
              <a:t>.</a:t>
            </a:r>
            <a:r>
              <a:rPr lang="en-GB" sz="1600">
                <a:solidFill>
                  <a:srgbClr val="FFFFFF"/>
                </a:solidFill>
                <a:latin typeface="Century Gothic"/>
                <a:ea typeface="Arial"/>
                <a:cs typeface="Arial"/>
              </a:rPr>
              <a:t> The tail does stretch out to 1000+ pieces</a:t>
            </a:r>
            <a:r>
              <a:rPr lang="en-GB" sz="1600" b="0" i="0">
                <a:solidFill>
                  <a:srgbClr val="FFFFFF"/>
                </a:solidFill>
                <a:latin typeface="Century Gothic"/>
                <a:ea typeface="Arial"/>
                <a:cs typeface="Arial"/>
              </a:rPr>
              <a:t>​</a:t>
            </a:r>
            <a:r>
              <a:rPr lang="en-GB" sz="1600">
                <a:solidFill>
                  <a:srgbClr val="FFFFFF"/>
                </a:solidFill>
                <a:latin typeface="Century Gothic"/>
                <a:ea typeface="Arial"/>
                <a:cs typeface="Arial"/>
              </a:rPr>
              <a:t>, while rare, some sets are highly complex.</a:t>
            </a:r>
            <a:endParaRPr lang="en-GB" sz="1600" b="0" i="0">
              <a:solidFill>
                <a:srgbClr val="FFFFFF"/>
              </a:solidFill>
              <a:latin typeface="Century Gothic"/>
              <a:ea typeface="Arial"/>
              <a:cs typeface="Arial"/>
            </a:endParaRPr>
          </a:p>
          <a:p>
            <a:pPr marL="228600" indent="-228600">
              <a:buFont typeface=""/>
              <a:buChar char="•"/>
            </a:pPr>
            <a:endParaRPr lang="en-GB" sz="1600">
              <a:solidFill>
                <a:srgbClr val="FFFFFF"/>
              </a:solidFill>
              <a:latin typeface="Century Gothic"/>
              <a:ea typeface="Arial"/>
              <a:cs typeface="Arial"/>
            </a:endParaRPr>
          </a:p>
          <a:p>
            <a:pPr marL="228600" indent="-228600">
              <a:buFont typeface=""/>
              <a:buChar char="•"/>
            </a:pPr>
            <a:r>
              <a:rPr lang="en-GB" sz="1600" b="0" i="0" u="none" strike="noStrike" baseline="0">
                <a:solidFill>
                  <a:srgbClr val="FFFFFF"/>
                </a:solidFill>
                <a:latin typeface="Century Gothic"/>
                <a:ea typeface="Arial"/>
                <a:cs typeface="Arial"/>
              </a:rPr>
              <a:t>This is to be expected as the </a:t>
            </a:r>
            <a:r>
              <a:rPr lang="en-GB" sz="1600" b="1" i="0" u="none" strike="noStrike" baseline="0">
                <a:solidFill>
                  <a:srgbClr val="FFFFFF"/>
                </a:solidFill>
                <a:latin typeface="Century Gothic"/>
                <a:ea typeface="Arial"/>
                <a:cs typeface="Arial"/>
              </a:rPr>
              <a:t>number </a:t>
            </a:r>
            <a:r>
              <a:rPr lang="en-GB" sz="1600" b="1">
                <a:solidFill>
                  <a:srgbClr val="FFFFFF"/>
                </a:solidFill>
                <a:latin typeface="Century Gothic"/>
                <a:ea typeface="Arial"/>
                <a:cs typeface="Arial"/>
              </a:rPr>
              <a:t>of  unique</a:t>
            </a:r>
            <a:r>
              <a:rPr lang="en-GB" sz="1600" b="1" i="0" u="none" strike="noStrike" baseline="0">
                <a:solidFill>
                  <a:srgbClr val="FFFFFF"/>
                </a:solidFill>
                <a:latin typeface="Century Gothic"/>
                <a:ea typeface="Arial"/>
                <a:cs typeface="Arial"/>
              </a:rPr>
              <a:t> pieces is rising every year</a:t>
            </a:r>
            <a:r>
              <a:rPr lang="en-GB" sz="1600" b="0" i="0" u="none" strike="noStrike" baseline="0">
                <a:solidFill>
                  <a:srgbClr val="FFFFFF"/>
                </a:solidFill>
                <a:latin typeface="Century Gothic"/>
                <a:ea typeface="Arial"/>
                <a:cs typeface="Arial"/>
              </a:rPr>
              <a:t> </a:t>
            </a:r>
            <a:r>
              <a:rPr lang="en-GB" sz="1600">
                <a:solidFill>
                  <a:srgbClr val="FFFFFF"/>
                </a:solidFill>
                <a:latin typeface="Century Gothic"/>
                <a:ea typeface="Arial"/>
                <a:cs typeface="Arial"/>
              </a:rPr>
              <a:t>within Lego</a:t>
            </a:r>
            <a:r>
              <a:rPr lang="en-GB" sz="1600" b="0" i="0" u="none" strike="noStrike" baseline="0">
                <a:solidFill>
                  <a:srgbClr val="FFFFFF"/>
                </a:solidFill>
                <a:latin typeface="Century Gothic"/>
                <a:ea typeface="Arial"/>
                <a:cs typeface="Arial"/>
              </a:rPr>
              <a:t> production. We can even find </a:t>
            </a:r>
            <a:r>
              <a:rPr lang="en-GB" sz="1600">
                <a:solidFill>
                  <a:srgbClr val="FFFFFF"/>
                </a:solidFill>
                <a:latin typeface="Century Gothic"/>
                <a:ea typeface="Arial"/>
                <a:cs typeface="Arial"/>
              </a:rPr>
              <a:t>new pieces</a:t>
            </a:r>
            <a:r>
              <a:rPr lang="en-GB" sz="1600" b="0" i="0" u="none" strike="noStrike" baseline="0">
                <a:solidFill>
                  <a:srgbClr val="FFFFFF"/>
                </a:solidFill>
                <a:latin typeface="Century Gothic"/>
                <a:ea typeface="Arial"/>
                <a:cs typeface="Arial"/>
              </a:rPr>
              <a:t> being released in November 2025[3].</a:t>
            </a:r>
          </a:p>
          <a:p>
            <a:pPr algn="ctr"/>
            <a:endParaRPr lang="en-GB"/>
          </a:p>
        </p:txBody>
      </p:sp>
      <p:sp>
        <p:nvSpPr>
          <p:cNvPr id="7" name="TextBox 6">
            <a:extLst>
              <a:ext uri="{FF2B5EF4-FFF2-40B4-BE49-F238E27FC236}">
                <a16:creationId xmlns:a16="http://schemas.microsoft.com/office/drawing/2014/main" id="{6803A3BF-338A-A86D-66C9-29A385E84E0C}"/>
              </a:ext>
            </a:extLst>
          </p:cNvPr>
          <p:cNvSpPr txBox="1"/>
          <p:nvPr/>
        </p:nvSpPr>
        <p:spPr>
          <a:xfrm>
            <a:off x="5355134" y="6414214"/>
            <a:ext cx="6469010" cy="3391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Figure 13: Histogram for the variable unique pieces</a:t>
            </a:r>
            <a:endParaRPr lang="en-US"/>
          </a:p>
        </p:txBody>
      </p:sp>
      <p:pic>
        <p:nvPicPr>
          <p:cNvPr id="8" name="Picture 7" descr="A red and white logo&#10;&#10;AI-generated content may be incorrect.">
            <a:extLst>
              <a:ext uri="{FF2B5EF4-FFF2-40B4-BE49-F238E27FC236}">
                <a16:creationId xmlns:a16="http://schemas.microsoft.com/office/drawing/2014/main" id="{356DF163-6E54-527F-BEA0-FAEFCEB094D7}"/>
              </a:ext>
            </a:extLst>
          </p:cNvPr>
          <p:cNvPicPr>
            <a:picLocks noChangeAspect="1"/>
          </p:cNvPicPr>
          <p:nvPr/>
        </p:nvPicPr>
        <p:blipFill>
          <a:blip r:embed="rId3"/>
          <a:stretch>
            <a:fillRect/>
          </a:stretch>
        </p:blipFill>
        <p:spPr>
          <a:xfrm>
            <a:off x="10295860" y="177209"/>
            <a:ext cx="974652" cy="549349"/>
          </a:xfrm>
          <a:prstGeom prst="rect">
            <a:avLst/>
          </a:prstGeom>
        </p:spPr>
      </p:pic>
    </p:spTree>
    <p:extLst>
      <p:ext uri="{BB962C8B-B14F-4D97-AF65-F5344CB8AC3E}">
        <p14:creationId xmlns:p14="http://schemas.microsoft.com/office/powerpoint/2010/main" val="930681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D05F-2415-355B-B65C-FED3240ECF92}"/>
              </a:ext>
            </a:extLst>
          </p:cNvPr>
          <p:cNvSpPr>
            <a:spLocks noGrp="1"/>
          </p:cNvSpPr>
          <p:nvPr>
            <p:ph type="title"/>
          </p:nvPr>
        </p:nvSpPr>
        <p:spPr>
          <a:xfrm>
            <a:off x="597265" y="306180"/>
            <a:ext cx="9509818" cy="688653"/>
          </a:xfrm>
        </p:spPr>
        <p:txBody>
          <a:bodyPr/>
          <a:lstStyle/>
          <a:p>
            <a:pPr>
              <a:spcBef>
                <a:spcPts val="1000"/>
              </a:spcBef>
            </a:pPr>
            <a:r>
              <a:rPr lang="en-GB" sz="2400" b="1">
                <a:solidFill>
                  <a:srgbClr val="FFFFFF"/>
                </a:solidFill>
              </a:rPr>
              <a:t>Why does recommended age matter?</a:t>
            </a:r>
          </a:p>
        </p:txBody>
      </p:sp>
      <p:sp>
        <p:nvSpPr>
          <p:cNvPr id="3" name="Content Placeholder 2">
            <a:extLst>
              <a:ext uri="{FF2B5EF4-FFF2-40B4-BE49-F238E27FC236}">
                <a16:creationId xmlns:a16="http://schemas.microsoft.com/office/drawing/2014/main" id="{B0EBB662-7F37-D63A-FFD4-B35966921DFF}"/>
              </a:ext>
            </a:extLst>
          </p:cNvPr>
          <p:cNvSpPr>
            <a:spLocks noGrp="1"/>
          </p:cNvSpPr>
          <p:nvPr>
            <p:ph idx="1"/>
          </p:nvPr>
        </p:nvSpPr>
        <p:spPr>
          <a:xfrm>
            <a:off x="156903" y="1573583"/>
            <a:ext cx="5074792" cy="5281951"/>
          </a:xfrm>
        </p:spPr>
        <p:txBody>
          <a:bodyPr vert="horz" lIns="91440" tIns="45720" rIns="91440" bIns="45720" rtlCol="0" anchor="t">
            <a:normAutofit lnSpcReduction="10000"/>
          </a:bodyPr>
          <a:lstStyle/>
          <a:p>
            <a:pPr marL="0" indent="0">
              <a:buClr>
                <a:srgbClr val="1E5155">
                  <a:lumMod val="40000"/>
                  <a:lumOff val="60000"/>
                </a:srgbClr>
              </a:buClr>
              <a:buNone/>
            </a:pPr>
            <a:endParaRPr lang="en-GB" sz="1600"/>
          </a:p>
          <a:p>
            <a:pPr>
              <a:buClr>
                <a:srgbClr val="8AD0D6"/>
              </a:buClr>
            </a:pPr>
            <a:r>
              <a:rPr lang="en-GB" sz="1600"/>
              <a:t>Some cleaning of the Ages column had to take place. Age 1.5 was rounded up to 2, age ranges were changed to reflect the lower number as per the new policy of recommended age that Lego group are using since 2020[4].</a:t>
            </a:r>
          </a:p>
          <a:p>
            <a:pPr>
              <a:buClr>
                <a:srgbClr val="8AD0D6"/>
              </a:buClr>
            </a:pPr>
            <a:r>
              <a:rPr lang="en-GB" sz="1600"/>
              <a:t>From Figure 14 the </a:t>
            </a:r>
            <a:r>
              <a:rPr lang="en-GB" sz="1600" b="1"/>
              <a:t>largest</a:t>
            </a:r>
            <a:r>
              <a:rPr lang="en-GB" sz="1600"/>
              <a:t> number of sets around </a:t>
            </a:r>
            <a:r>
              <a:rPr lang="en-GB" sz="1600" b="1"/>
              <a:t>275</a:t>
            </a:r>
            <a:r>
              <a:rPr lang="en-GB" sz="1600"/>
              <a:t> come from the</a:t>
            </a:r>
            <a:r>
              <a:rPr lang="en-GB" sz="1600" b="1"/>
              <a:t> 6+</a:t>
            </a:r>
            <a:r>
              <a:rPr lang="en-GB" sz="1600"/>
              <a:t> range. This is to be expected as Lego is targeted to children of all ages but especially those who with developing imaginations. </a:t>
            </a:r>
            <a:endParaRPr lang="en-GB" sz="1400"/>
          </a:p>
          <a:p>
            <a:r>
              <a:rPr lang="en-GB" sz="1600"/>
              <a:t>We can also see that the variable is slightly </a:t>
            </a:r>
            <a:r>
              <a:rPr lang="en-GB" sz="1600" b="1"/>
              <a:t>bimodal</a:t>
            </a:r>
            <a:r>
              <a:rPr lang="en-GB" sz="1600"/>
              <a:t> around the</a:t>
            </a:r>
            <a:r>
              <a:rPr lang="en-GB" sz="1600" b="1"/>
              <a:t> 10+</a:t>
            </a:r>
            <a:r>
              <a:rPr lang="en-GB" sz="1600"/>
              <a:t> age. The long tail reflects that Lego is beginning to </a:t>
            </a:r>
            <a:r>
              <a:rPr lang="en-GB" sz="1600" b="1"/>
              <a:t>target an older collector market</a:t>
            </a:r>
            <a:r>
              <a:rPr lang="en-GB" sz="1600"/>
              <a:t> at 15-18+ although these are less frequent [5] .</a:t>
            </a:r>
          </a:p>
          <a:p>
            <a:r>
              <a:rPr lang="en-GB" sz="1600"/>
              <a:t>This will be investigated in the testing slides with some code written to double check the hypothesis posed (see syntax).</a:t>
            </a:r>
          </a:p>
          <a:p>
            <a:endParaRPr lang="en-US"/>
          </a:p>
        </p:txBody>
      </p:sp>
      <p:pic>
        <p:nvPicPr>
          <p:cNvPr id="5" name="Picture 4" descr="A red and white logo&#10;&#10;AI-generated content may be incorrect.">
            <a:extLst>
              <a:ext uri="{FF2B5EF4-FFF2-40B4-BE49-F238E27FC236}">
                <a16:creationId xmlns:a16="http://schemas.microsoft.com/office/drawing/2014/main" id="{BC89636A-0E61-53F7-4EC3-E3E160C6BDB8}"/>
              </a:ext>
            </a:extLst>
          </p:cNvPr>
          <p:cNvPicPr>
            <a:picLocks noChangeAspect="1"/>
          </p:cNvPicPr>
          <p:nvPr/>
        </p:nvPicPr>
        <p:blipFill>
          <a:blip r:embed="rId2"/>
          <a:stretch>
            <a:fillRect/>
          </a:stretch>
        </p:blipFill>
        <p:spPr>
          <a:xfrm>
            <a:off x="10295860" y="177209"/>
            <a:ext cx="974652" cy="549349"/>
          </a:xfrm>
          <a:prstGeom prst="rect">
            <a:avLst/>
          </a:prstGeom>
        </p:spPr>
      </p:pic>
      <p:sp>
        <p:nvSpPr>
          <p:cNvPr id="6" name="TextBox 5">
            <a:extLst>
              <a:ext uri="{FF2B5EF4-FFF2-40B4-BE49-F238E27FC236}">
                <a16:creationId xmlns:a16="http://schemas.microsoft.com/office/drawing/2014/main" id="{A3593281-4EC6-2CB5-D2F3-A1BAE56968E3}"/>
              </a:ext>
            </a:extLst>
          </p:cNvPr>
          <p:cNvSpPr txBox="1"/>
          <p:nvPr/>
        </p:nvSpPr>
        <p:spPr>
          <a:xfrm rot="-10800000" flipV="1">
            <a:off x="5140981" y="6105793"/>
            <a:ext cx="6695722" cy="338554"/>
          </a:xfrm>
          <a:prstGeom prst="rect">
            <a:avLst/>
          </a:prstGeom>
          <a:noFill/>
        </p:spPr>
        <p:txBody>
          <a:bodyPr wrap="square" lIns="91440" tIns="45720" rIns="91440" bIns="45720" rtlCol="0" anchor="t">
            <a:spAutoFit/>
          </a:bodyPr>
          <a:lstStyle/>
          <a:p>
            <a:r>
              <a:rPr lang="en-GB" sz="1600"/>
              <a:t>Figure 14: Histogram for the variable Age</a:t>
            </a:r>
            <a:endParaRPr lang="en-US" sz="1600"/>
          </a:p>
        </p:txBody>
      </p:sp>
      <p:pic>
        <p:nvPicPr>
          <p:cNvPr id="7" name="Picture 6">
            <a:extLst>
              <a:ext uri="{FF2B5EF4-FFF2-40B4-BE49-F238E27FC236}">
                <a16:creationId xmlns:a16="http://schemas.microsoft.com/office/drawing/2014/main" id="{DE9EDC8E-5633-E98D-8593-0DADAA2A248A}"/>
              </a:ext>
            </a:extLst>
          </p:cNvPr>
          <p:cNvPicPr>
            <a:picLocks noChangeAspect="1"/>
          </p:cNvPicPr>
          <p:nvPr/>
        </p:nvPicPr>
        <p:blipFill>
          <a:blip r:embed="rId3"/>
          <a:stretch>
            <a:fillRect/>
          </a:stretch>
        </p:blipFill>
        <p:spPr>
          <a:xfrm>
            <a:off x="5231695" y="1987760"/>
            <a:ext cx="6935610" cy="4123831"/>
          </a:xfrm>
          <a:prstGeom prst="rect">
            <a:avLst/>
          </a:prstGeom>
        </p:spPr>
      </p:pic>
      <p:sp>
        <p:nvSpPr>
          <p:cNvPr id="9" name="TextBox 8">
            <a:extLst>
              <a:ext uri="{FF2B5EF4-FFF2-40B4-BE49-F238E27FC236}">
                <a16:creationId xmlns:a16="http://schemas.microsoft.com/office/drawing/2014/main" id="{563DF22D-DB89-637A-5724-DD414F6360F3}"/>
              </a:ext>
            </a:extLst>
          </p:cNvPr>
          <p:cNvSpPr txBox="1"/>
          <p:nvPr/>
        </p:nvSpPr>
        <p:spPr>
          <a:xfrm>
            <a:off x="417355" y="646798"/>
            <a:ext cx="14562513"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sz="1600">
              <a:ea typeface="+mn-lt"/>
              <a:cs typeface="+mn-lt"/>
            </a:endParaRPr>
          </a:p>
          <a:p>
            <a:r>
              <a:rPr lang="en-GB" sz="1600">
                <a:ea typeface="+mn-lt"/>
                <a:cs typeface="+mn-lt"/>
              </a:rPr>
              <a:t>Lego tailors sets to age, younger sets like Duplo avoid choking hazards and sharp edges, Friends </a:t>
            </a:r>
            <a:endParaRPr lang="en-US" sz="1600">
              <a:ea typeface="+mn-lt"/>
              <a:cs typeface="+mn-lt"/>
            </a:endParaRPr>
          </a:p>
          <a:p>
            <a:r>
              <a:rPr lang="en-GB" sz="1600">
                <a:ea typeface="+mn-lt"/>
                <a:cs typeface="+mn-lt"/>
              </a:rPr>
              <a:t>helps to develop fine motor control and creativity. Adult sets are now a major growth area, with </a:t>
            </a:r>
          </a:p>
          <a:p>
            <a:r>
              <a:rPr lang="en-GB" sz="1600">
                <a:ea typeface="+mn-lt"/>
                <a:cs typeface="+mn-lt"/>
              </a:rPr>
              <a:t>LEGO explicitly targeting 18+ builders.</a:t>
            </a:r>
            <a:endParaRPr lang="en-GB" sz="1600"/>
          </a:p>
        </p:txBody>
      </p:sp>
    </p:spTree>
    <p:extLst>
      <p:ext uri="{BB962C8B-B14F-4D97-AF65-F5344CB8AC3E}">
        <p14:creationId xmlns:p14="http://schemas.microsoft.com/office/powerpoint/2010/main" val="2835570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D05F-2415-355B-B65C-FED3240ECF92}"/>
              </a:ext>
            </a:extLst>
          </p:cNvPr>
          <p:cNvSpPr>
            <a:spLocks noGrp="1"/>
          </p:cNvSpPr>
          <p:nvPr>
            <p:ph type="title"/>
          </p:nvPr>
        </p:nvSpPr>
        <p:spPr>
          <a:xfrm>
            <a:off x="426691" y="107200"/>
            <a:ext cx="9509818" cy="420377"/>
          </a:xfrm>
        </p:spPr>
        <p:txBody>
          <a:bodyPr/>
          <a:lstStyle/>
          <a:p>
            <a:pPr>
              <a:spcBef>
                <a:spcPts val="1000"/>
              </a:spcBef>
            </a:pPr>
            <a:r>
              <a:rPr lang="en-GB" sz="2400" b="1"/>
              <a:t>Visualisation of variable comparisons</a:t>
            </a:r>
            <a:endParaRPr lang="en-US" sz="2400" b="1"/>
          </a:p>
        </p:txBody>
      </p:sp>
      <p:sp>
        <p:nvSpPr>
          <p:cNvPr id="3" name="Content Placeholder 2">
            <a:extLst>
              <a:ext uri="{FF2B5EF4-FFF2-40B4-BE49-F238E27FC236}">
                <a16:creationId xmlns:a16="http://schemas.microsoft.com/office/drawing/2014/main" id="{B0EBB662-7F37-D63A-FFD4-B35966921DFF}"/>
              </a:ext>
            </a:extLst>
          </p:cNvPr>
          <p:cNvSpPr>
            <a:spLocks noGrp="1"/>
          </p:cNvSpPr>
          <p:nvPr>
            <p:ph idx="1"/>
          </p:nvPr>
        </p:nvSpPr>
        <p:spPr>
          <a:xfrm>
            <a:off x="189089" y="1285283"/>
            <a:ext cx="4887096" cy="5450290"/>
          </a:xfrm>
        </p:spPr>
        <p:txBody>
          <a:bodyPr vert="horz" lIns="91440" tIns="45720" rIns="91440" bIns="45720" rtlCol="0" anchor="t">
            <a:normAutofit lnSpcReduction="10000"/>
          </a:bodyPr>
          <a:lstStyle/>
          <a:p>
            <a:r>
              <a:rPr lang="en-GB" sz="1600"/>
              <a:t>For the younger age groups (2-6), the box plots are tight with low medians. It highlights a minimal spread and that the lower aged sets are consistently simple with few unique pieces.</a:t>
            </a:r>
          </a:p>
          <a:p>
            <a:r>
              <a:rPr lang="en-GB" sz="1600"/>
              <a:t>For the middle group (7-12) the plots begin to widen with medians rising sharply. Outliers also begin to appear and illustrate that some sets are becoming more complex(more unique pieces) and variable.</a:t>
            </a:r>
          </a:p>
          <a:p>
            <a:r>
              <a:rPr lang="en-GB" sz="1600"/>
              <a:t>For the oldest age group (14-18) the plots are very wide, and the whiskers are large. The median values are now at the highest in the graph and with that comes high variability. There also are some outliers emphasising the thesis that Lego has begun to target advanced builders/collectors at the older age.</a:t>
            </a:r>
          </a:p>
          <a:p>
            <a:r>
              <a:rPr lang="en-GB" sz="1600"/>
              <a:t>This visually confirms that set's complexity, scales with age. It also highlights that the older age groups are more likely to have diverse designs and building techniques.</a:t>
            </a:r>
          </a:p>
        </p:txBody>
      </p:sp>
      <p:pic>
        <p:nvPicPr>
          <p:cNvPr id="5" name="Picture 4" descr="A red and white logo&#10;&#10;AI-generated content may be incorrect.">
            <a:extLst>
              <a:ext uri="{FF2B5EF4-FFF2-40B4-BE49-F238E27FC236}">
                <a16:creationId xmlns:a16="http://schemas.microsoft.com/office/drawing/2014/main" id="{BC89636A-0E61-53F7-4EC3-E3E160C6BDB8}"/>
              </a:ext>
            </a:extLst>
          </p:cNvPr>
          <p:cNvPicPr>
            <a:picLocks noChangeAspect="1"/>
          </p:cNvPicPr>
          <p:nvPr/>
        </p:nvPicPr>
        <p:blipFill>
          <a:blip r:embed="rId2"/>
          <a:stretch>
            <a:fillRect/>
          </a:stretch>
        </p:blipFill>
        <p:spPr>
          <a:xfrm>
            <a:off x="10295860" y="177209"/>
            <a:ext cx="974652" cy="549349"/>
          </a:xfrm>
          <a:prstGeom prst="rect">
            <a:avLst/>
          </a:prstGeom>
        </p:spPr>
      </p:pic>
      <p:sp>
        <p:nvSpPr>
          <p:cNvPr id="6" name="TextBox 5">
            <a:extLst>
              <a:ext uri="{FF2B5EF4-FFF2-40B4-BE49-F238E27FC236}">
                <a16:creationId xmlns:a16="http://schemas.microsoft.com/office/drawing/2014/main" id="{A3593281-4EC6-2CB5-D2F3-A1BAE56968E3}"/>
              </a:ext>
            </a:extLst>
          </p:cNvPr>
          <p:cNvSpPr txBox="1"/>
          <p:nvPr/>
        </p:nvSpPr>
        <p:spPr>
          <a:xfrm>
            <a:off x="4980935" y="5729970"/>
            <a:ext cx="6695722" cy="584775"/>
          </a:xfrm>
          <a:prstGeom prst="rect">
            <a:avLst/>
          </a:prstGeom>
          <a:noFill/>
        </p:spPr>
        <p:txBody>
          <a:bodyPr wrap="square" lIns="91440" tIns="45720" rIns="91440" bIns="45720" rtlCol="0" anchor="t">
            <a:spAutoFit/>
          </a:bodyPr>
          <a:lstStyle/>
          <a:p>
            <a:r>
              <a:rPr lang="en-GB" sz="1600"/>
              <a:t>Figure 15: Boxplot showing distribution of Unique pieces by Recommended age. </a:t>
            </a:r>
            <a:endParaRPr lang="en-US" sz="1600"/>
          </a:p>
        </p:txBody>
      </p:sp>
      <p:pic>
        <p:nvPicPr>
          <p:cNvPr id="4" name="Picture 3">
            <a:extLst>
              <a:ext uri="{FF2B5EF4-FFF2-40B4-BE49-F238E27FC236}">
                <a16:creationId xmlns:a16="http://schemas.microsoft.com/office/drawing/2014/main" id="{5F887F38-38B1-CBEE-E35E-4C320C98F3D1}"/>
              </a:ext>
            </a:extLst>
          </p:cNvPr>
          <p:cNvPicPr>
            <a:picLocks noChangeAspect="1"/>
          </p:cNvPicPr>
          <p:nvPr/>
        </p:nvPicPr>
        <p:blipFill>
          <a:blip r:embed="rId3"/>
          <a:stretch>
            <a:fillRect/>
          </a:stretch>
        </p:blipFill>
        <p:spPr>
          <a:xfrm>
            <a:off x="5066778" y="1595475"/>
            <a:ext cx="6935610" cy="4123831"/>
          </a:xfrm>
          <a:prstGeom prst="rect">
            <a:avLst/>
          </a:prstGeom>
        </p:spPr>
      </p:pic>
      <p:sp>
        <p:nvSpPr>
          <p:cNvPr id="8" name="TextBox 7">
            <a:extLst>
              <a:ext uri="{FF2B5EF4-FFF2-40B4-BE49-F238E27FC236}">
                <a16:creationId xmlns:a16="http://schemas.microsoft.com/office/drawing/2014/main" id="{44E9673E-2794-D14C-1002-5BD9AED39AD0}"/>
              </a:ext>
            </a:extLst>
          </p:cNvPr>
          <p:cNvSpPr txBox="1"/>
          <p:nvPr/>
        </p:nvSpPr>
        <p:spPr>
          <a:xfrm>
            <a:off x="5181600" y="2504016"/>
            <a:ext cx="1828800" cy="1828800"/>
          </a:xfrm>
          <a:prstGeom prst="rect">
            <a:avLst/>
          </a:prstGeom>
          <a:noFill/>
        </p:spPr>
        <p:txBody>
          <a:bodyPr wrap="square" rtlCol="0">
            <a:spAutoFit/>
          </a:bodyPr>
          <a:lstStyle/>
          <a:p>
            <a:pPr algn="l"/>
            <a:endParaRPr lang="en-US"/>
          </a:p>
        </p:txBody>
      </p:sp>
      <p:sp>
        <p:nvSpPr>
          <p:cNvPr id="9" name="TextBox 8">
            <a:extLst>
              <a:ext uri="{FF2B5EF4-FFF2-40B4-BE49-F238E27FC236}">
                <a16:creationId xmlns:a16="http://schemas.microsoft.com/office/drawing/2014/main" id="{9B397B65-9E46-AEF9-20E4-7B379B405BF5}"/>
              </a:ext>
            </a:extLst>
          </p:cNvPr>
          <p:cNvSpPr txBox="1"/>
          <p:nvPr/>
        </p:nvSpPr>
        <p:spPr>
          <a:xfrm>
            <a:off x="316316" y="640020"/>
            <a:ext cx="9509818" cy="646331"/>
          </a:xfrm>
          <a:prstGeom prst="rect">
            <a:avLst/>
          </a:prstGeom>
          <a:noFill/>
        </p:spPr>
        <p:txBody>
          <a:bodyPr wrap="square" lIns="91440" tIns="45720" rIns="91440" bIns="45720" rtlCol="0" anchor="t">
            <a:spAutoFit/>
          </a:bodyPr>
          <a:lstStyle/>
          <a:p>
            <a:r>
              <a:rPr lang="en-GB" sz="1800"/>
              <a:t>The Initial </a:t>
            </a:r>
            <a:r>
              <a:rPr lang="en-GB"/>
              <a:t>exploratory </a:t>
            </a:r>
            <a:r>
              <a:rPr lang="en-GB" sz="1800"/>
              <a:t>analysis of the variables produced the following results:</a:t>
            </a:r>
          </a:p>
          <a:p>
            <a:pPr algn="l"/>
            <a:endParaRPr lang="en-US"/>
          </a:p>
        </p:txBody>
      </p:sp>
      <p:sp>
        <p:nvSpPr>
          <p:cNvPr id="10" name="TextBox 9">
            <a:extLst>
              <a:ext uri="{FF2B5EF4-FFF2-40B4-BE49-F238E27FC236}">
                <a16:creationId xmlns:a16="http://schemas.microsoft.com/office/drawing/2014/main" id="{80D1E21B-7107-ED61-FEEC-4A267C52B9EF}"/>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1" name="TextBox 10">
            <a:extLst>
              <a:ext uri="{FF2B5EF4-FFF2-40B4-BE49-F238E27FC236}">
                <a16:creationId xmlns:a16="http://schemas.microsoft.com/office/drawing/2014/main" id="{0352FD73-896F-9304-0A9F-E790A65E7EA9}"/>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2" name="TextBox 11">
            <a:extLst>
              <a:ext uri="{FF2B5EF4-FFF2-40B4-BE49-F238E27FC236}">
                <a16:creationId xmlns:a16="http://schemas.microsoft.com/office/drawing/2014/main" id="{1732FFE2-C05C-111F-1898-0222F3D35ED3}"/>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Tree>
    <p:extLst>
      <p:ext uri="{BB962C8B-B14F-4D97-AF65-F5344CB8AC3E}">
        <p14:creationId xmlns:p14="http://schemas.microsoft.com/office/powerpoint/2010/main" val="3198182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6BE71-5F23-936D-0125-BC6376D87E0D}"/>
              </a:ext>
            </a:extLst>
          </p:cNvPr>
          <p:cNvSpPr>
            <a:spLocks noGrp="1"/>
          </p:cNvSpPr>
          <p:nvPr>
            <p:ph type="title"/>
          </p:nvPr>
        </p:nvSpPr>
        <p:spPr>
          <a:xfrm>
            <a:off x="224236" y="118317"/>
            <a:ext cx="9404723" cy="1400530"/>
          </a:xfrm>
        </p:spPr>
        <p:txBody>
          <a:bodyPr/>
          <a:lstStyle/>
          <a:p>
            <a:pPr algn="ctr"/>
            <a:r>
              <a:rPr lang="en-GB" sz="2400" b="1"/>
              <a:t>Changing the age variable into categories</a:t>
            </a:r>
            <a:endParaRPr lang="en-US"/>
          </a:p>
        </p:txBody>
      </p:sp>
      <p:pic>
        <p:nvPicPr>
          <p:cNvPr id="4" name="Content Placeholder 3" descr="A graph of different colored bars&#10;&#10;AI-generated content may be incorrect.">
            <a:extLst>
              <a:ext uri="{FF2B5EF4-FFF2-40B4-BE49-F238E27FC236}">
                <a16:creationId xmlns:a16="http://schemas.microsoft.com/office/drawing/2014/main" id="{ACC96072-10F4-93A8-B748-5888F24927FD}"/>
              </a:ext>
            </a:extLst>
          </p:cNvPr>
          <p:cNvPicPr>
            <a:picLocks noGrp="1" noChangeAspect="1"/>
          </p:cNvPicPr>
          <p:nvPr>
            <p:ph idx="1"/>
          </p:nvPr>
        </p:nvPicPr>
        <p:blipFill>
          <a:blip r:embed="rId2"/>
          <a:stretch>
            <a:fillRect/>
          </a:stretch>
        </p:blipFill>
        <p:spPr>
          <a:xfrm>
            <a:off x="5346939" y="2316023"/>
            <a:ext cx="6096000" cy="3627518"/>
          </a:xfrm>
          <a:prstGeom prst="rect">
            <a:avLst/>
          </a:prstGeom>
        </p:spPr>
      </p:pic>
      <p:sp>
        <p:nvSpPr>
          <p:cNvPr id="5" name="TextBox 4">
            <a:extLst>
              <a:ext uri="{FF2B5EF4-FFF2-40B4-BE49-F238E27FC236}">
                <a16:creationId xmlns:a16="http://schemas.microsoft.com/office/drawing/2014/main" id="{79CAE8F4-36C2-DB40-0D59-24F765DA51D9}"/>
              </a:ext>
            </a:extLst>
          </p:cNvPr>
          <p:cNvSpPr txBox="1"/>
          <p:nvPr/>
        </p:nvSpPr>
        <p:spPr>
          <a:xfrm>
            <a:off x="224236" y="2335029"/>
            <a:ext cx="512061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600">
                <a:ea typeface="+mn-lt"/>
                <a:cs typeface="+mn-lt"/>
              </a:rPr>
              <a:t>This barchart shows the stepwise increase in the average number of unique pieces as age also increases.</a:t>
            </a:r>
            <a:endParaRPr lang="en-US"/>
          </a:p>
          <a:p>
            <a:pPr marL="285750" indent="-285750">
              <a:buFont typeface="Arial"/>
              <a:buChar char="•"/>
            </a:pPr>
            <a:r>
              <a:rPr lang="en-GB" sz="1600" b="1">
                <a:ea typeface="+mn-lt"/>
                <a:cs typeface="+mn-lt"/>
              </a:rPr>
              <a:t>Infant sets (ages 2–4):</a:t>
            </a:r>
            <a:r>
              <a:rPr lang="en-GB" sz="1600">
                <a:ea typeface="+mn-lt"/>
                <a:cs typeface="+mn-lt"/>
              </a:rPr>
              <a:t> Very low averages (~30–40 pieces), consistently simple designs.</a:t>
            </a:r>
            <a:endParaRPr lang="en-GB"/>
          </a:p>
          <a:p>
            <a:pPr marL="285750" indent="-285750">
              <a:buFont typeface="Arial"/>
              <a:buChar char="•"/>
            </a:pPr>
            <a:r>
              <a:rPr lang="en-GB" sz="1600" b="1">
                <a:ea typeface="+mn-lt"/>
                <a:cs typeface="+mn-lt"/>
              </a:rPr>
              <a:t>Child sets (ages 5–12):</a:t>
            </a:r>
            <a:r>
              <a:rPr lang="en-GB" sz="1600">
                <a:ea typeface="+mn-lt"/>
                <a:cs typeface="+mn-lt"/>
              </a:rPr>
              <a:t> Moderate averages (~85–250 pieces), showing more variety and complexity.</a:t>
            </a:r>
            <a:endParaRPr lang="en-GB"/>
          </a:p>
          <a:p>
            <a:pPr marL="285750" indent="-285750">
              <a:buFont typeface="Arial"/>
              <a:buChar char="•"/>
            </a:pPr>
            <a:r>
              <a:rPr lang="en-GB" sz="1600" b="1">
                <a:ea typeface="+mn-lt"/>
                <a:cs typeface="+mn-lt"/>
              </a:rPr>
              <a:t>Teen/Adult sets (13+):</a:t>
            </a:r>
            <a:r>
              <a:rPr lang="en-GB" sz="1600">
                <a:ea typeface="+mn-lt"/>
                <a:cs typeface="+mn-lt"/>
              </a:rPr>
              <a:t> Very high averages (~350–400 pieces), reflecting advanced themes and collector sets like Technic and Star Wars.</a:t>
            </a:r>
            <a:endParaRPr lang="en-GB"/>
          </a:p>
          <a:p>
            <a:pPr marL="285750" indent="-285750">
              <a:buFont typeface="Arial"/>
              <a:buChar char="•"/>
            </a:pPr>
            <a:r>
              <a:rPr lang="en-GB" sz="1600" b="1">
                <a:ea typeface="+mn-lt"/>
                <a:cs typeface="+mn-lt"/>
              </a:rPr>
              <a:t>Variability:</a:t>
            </a:r>
            <a:r>
              <a:rPr lang="en-GB" sz="1600">
                <a:ea typeface="+mn-lt"/>
                <a:cs typeface="+mn-lt"/>
              </a:rPr>
              <a:t> The error bars (standard deviation) get larger with age, meaning older sets vary much more in complexity — some are moderately complex, others extremely advanced.</a:t>
            </a:r>
            <a:endParaRPr lang="en-GB"/>
          </a:p>
          <a:p>
            <a:endParaRPr lang="en-GB" sz="1600"/>
          </a:p>
        </p:txBody>
      </p:sp>
      <p:sp>
        <p:nvSpPr>
          <p:cNvPr id="7" name="TextBox 6">
            <a:extLst>
              <a:ext uri="{FF2B5EF4-FFF2-40B4-BE49-F238E27FC236}">
                <a16:creationId xmlns:a16="http://schemas.microsoft.com/office/drawing/2014/main" id="{EA0DFC14-F836-F562-D024-76C10C587676}"/>
              </a:ext>
            </a:extLst>
          </p:cNvPr>
          <p:cNvSpPr txBox="1"/>
          <p:nvPr/>
        </p:nvSpPr>
        <p:spPr>
          <a:xfrm>
            <a:off x="5271294" y="5926734"/>
            <a:ext cx="62472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Figure 16: Barchart with error bars</a:t>
            </a:r>
          </a:p>
        </p:txBody>
      </p:sp>
      <p:sp>
        <p:nvSpPr>
          <p:cNvPr id="8" name="TextBox 7">
            <a:extLst>
              <a:ext uri="{FF2B5EF4-FFF2-40B4-BE49-F238E27FC236}">
                <a16:creationId xmlns:a16="http://schemas.microsoft.com/office/drawing/2014/main" id="{B7442C8D-3AD0-3D06-4804-A85E8421037B}"/>
              </a:ext>
            </a:extLst>
          </p:cNvPr>
          <p:cNvSpPr txBox="1"/>
          <p:nvPr/>
        </p:nvSpPr>
        <p:spPr>
          <a:xfrm>
            <a:off x="224256" y="740676"/>
            <a:ext cx="10548887"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t>This slide introduces the idea of looking at age in the categories: infant, child and teen/adult which will be used for an ANOVA. The justification for using these categories is based on the theme of sets marketed. </a:t>
            </a:r>
            <a:r>
              <a:rPr lang="en-GB" sz="1400" err="1"/>
              <a:t>Duplo</a:t>
            </a:r>
            <a:r>
              <a:rPr lang="en-GB" sz="1400"/>
              <a:t> for the infants, friends/city for the child age group and more complex themed sets for the older teen/adult age group.</a:t>
            </a:r>
            <a:endParaRPr lang="en-US" sz="1400"/>
          </a:p>
          <a:p>
            <a:endParaRPr lang="en-GB" sz="1400"/>
          </a:p>
          <a:p>
            <a:r>
              <a:rPr lang="en-GB" sz="1400"/>
              <a:t>Adult users cannot be looked at as its own category because we only have data for 18+ and the sample size is very small at only 17 sets(see syntax). This is why it has been combined with teen.</a:t>
            </a:r>
            <a:endParaRPr lang="en-US" sz="1400"/>
          </a:p>
          <a:p>
            <a:pPr algn="l"/>
            <a:endParaRPr lang="en-GB"/>
          </a:p>
        </p:txBody>
      </p:sp>
      <p:pic>
        <p:nvPicPr>
          <p:cNvPr id="9" name="Picture 8" descr="A red and white logo&#10;&#10;AI-generated content may be incorrect.">
            <a:extLst>
              <a:ext uri="{FF2B5EF4-FFF2-40B4-BE49-F238E27FC236}">
                <a16:creationId xmlns:a16="http://schemas.microsoft.com/office/drawing/2014/main" id="{6764DCB1-1097-63B6-7AF7-8B36B09B0253}"/>
              </a:ext>
            </a:extLst>
          </p:cNvPr>
          <p:cNvPicPr>
            <a:picLocks noChangeAspect="1"/>
          </p:cNvPicPr>
          <p:nvPr/>
        </p:nvPicPr>
        <p:blipFill>
          <a:blip r:embed="rId3"/>
          <a:stretch>
            <a:fillRect/>
          </a:stretch>
        </p:blipFill>
        <p:spPr>
          <a:xfrm>
            <a:off x="10285817" y="191327"/>
            <a:ext cx="974652" cy="549349"/>
          </a:xfrm>
          <a:prstGeom prst="rect">
            <a:avLst/>
          </a:prstGeom>
        </p:spPr>
      </p:pic>
    </p:spTree>
    <p:extLst>
      <p:ext uri="{BB962C8B-B14F-4D97-AF65-F5344CB8AC3E}">
        <p14:creationId xmlns:p14="http://schemas.microsoft.com/office/powerpoint/2010/main" val="611277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D05F-2415-355B-B65C-FED3240ECF92}"/>
              </a:ext>
            </a:extLst>
          </p:cNvPr>
          <p:cNvSpPr>
            <a:spLocks noGrp="1"/>
          </p:cNvSpPr>
          <p:nvPr>
            <p:ph type="title"/>
          </p:nvPr>
        </p:nvSpPr>
        <p:spPr>
          <a:xfrm>
            <a:off x="786042" y="95990"/>
            <a:ext cx="9509818" cy="420377"/>
          </a:xfrm>
        </p:spPr>
        <p:txBody>
          <a:bodyPr/>
          <a:lstStyle/>
          <a:p>
            <a:pPr algn="ctr">
              <a:spcBef>
                <a:spcPts val="1000"/>
              </a:spcBef>
            </a:pPr>
            <a:r>
              <a:rPr lang="en-GB" sz="2400" b="1"/>
              <a:t>Hypothesis testing with ANOVA</a:t>
            </a:r>
            <a:endParaRPr lang="en-US" sz="2400" b="1"/>
          </a:p>
        </p:txBody>
      </p:sp>
      <p:sp>
        <p:nvSpPr>
          <p:cNvPr id="3" name="Content Placeholder 2">
            <a:extLst>
              <a:ext uri="{FF2B5EF4-FFF2-40B4-BE49-F238E27FC236}">
                <a16:creationId xmlns:a16="http://schemas.microsoft.com/office/drawing/2014/main" id="{B0EBB662-7F37-D63A-FFD4-B35966921DFF}"/>
              </a:ext>
            </a:extLst>
          </p:cNvPr>
          <p:cNvSpPr>
            <a:spLocks noGrp="1"/>
          </p:cNvSpPr>
          <p:nvPr>
            <p:ph idx="1"/>
          </p:nvPr>
        </p:nvSpPr>
        <p:spPr>
          <a:xfrm>
            <a:off x="109224" y="2120302"/>
            <a:ext cx="4396494" cy="5059242"/>
          </a:xfrm>
        </p:spPr>
        <p:txBody>
          <a:bodyPr vert="horz" lIns="91440" tIns="45720" rIns="91440" bIns="45720" rtlCol="0" anchor="t">
            <a:normAutofit/>
          </a:bodyPr>
          <a:lstStyle/>
          <a:p>
            <a:r>
              <a:rPr lang="en-GB" sz="1600"/>
              <a:t>The output from the ANOVA revealed an F-Value of 140.9, see Figure 17.  From the notes we know that the F- Statistic compares between group variance (the difference in mean unique pieces across all ages) with the within group variance (variation among sets of the same age).</a:t>
            </a:r>
          </a:p>
          <a:p>
            <a:r>
              <a:rPr lang="en-GB" sz="1600"/>
              <a:t>A value of 140.9 is extremely large meaning that the differences between age groups is far larger than the differences within each age group.</a:t>
            </a:r>
          </a:p>
          <a:p>
            <a:r>
              <a:rPr lang="en-GB" sz="1600"/>
              <a:t>The </a:t>
            </a:r>
            <a:r>
              <a:rPr lang="en-GB" sz="1600">
                <a:ea typeface="+mj-lt"/>
                <a:cs typeface="+mj-lt"/>
              </a:rPr>
              <a:t>mean number of unique pieces differs significantly across Infant, Child, and Teen/Adult groups.</a:t>
            </a:r>
            <a:endParaRPr lang="en-GB"/>
          </a:p>
          <a:p>
            <a:pPr>
              <a:buClr>
                <a:srgbClr val="8AD0D6"/>
              </a:buClr>
            </a:pPr>
            <a:r>
              <a:rPr lang="en-GB" sz="1600">
                <a:ea typeface="+mj-lt"/>
                <a:cs typeface="+mj-lt"/>
              </a:rPr>
              <a:t>The p-value (&lt; 2e-16) is essentially zero, so the result is highly significant</a:t>
            </a:r>
            <a:r>
              <a:rPr lang="en-GB" sz="1600"/>
              <a:t>. </a:t>
            </a:r>
            <a:endParaRPr lang="en-GB"/>
          </a:p>
        </p:txBody>
      </p:sp>
      <p:pic>
        <p:nvPicPr>
          <p:cNvPr id="5" name="Picture 4" descr="A red and white logo&#10;&#10;AI-generated content may be incorrect.">
            <a:extLst>
              <a:ext uri="{FF2B5EF4-FFF2-40B4-BE49-F238E27FC236}">
                <a16:creationId xmlns:a16="http://schemas.microsoft.com/office/drawing/2014/main" id="{BC89636A-0E61-53F7-4EC3-E3E160C6BDB8}"/>
              </a:ext>
            </a:extLst>
          </p:cNvPr>
          <p:cNvPicPr>
            <a:picLocks noChangeAspect="1"/>
          </p:cNvPicPr>
          <p:nvPr/>
        </p:nvPicPr>
        <p:blipFill>
          <a:blip r:embed="rId2"/>
          <a:stretch>
            <a:fillRect/>
          </a:stretch>
        </p:blipFill>
        <p:spPr>
          <a:xfrm>
            <a:off x="10295860" y="177209"/>
            <a:ext cx="974652" cy="549349"/>
          </a:xfrm>
          <a:prstGeom prst="rect">
            <a:avLst/>
          </a:prstGeom>
        </p:spPr>
      </p:pic>
      <p:sp>
        <p:nvSpPr>
          <p:cNvPr id="6" name="TextBox 5">
            <a:extLst>
              <a:ext uri="{FF2B5EF4-FFF2-40B4-BE49-F238E27FC236}">
                <a16:creationId xmlns:a16="http://schemas.microsoft.com/office/drawing/2014/main" id="{A3593281-4EC6-2CB5-D2F3-A1BAE56968E3}"/>
              </a:ext>
            </a:extLst>
          </p:cNvPr>
          <p:cNvSpPr txBox="1"/>
          <p:nvPr/>
        </p:nvSpPr>
        <p:spPr>
          <a:xfrm>
            <a:off x="4741092" y="4484458"/>
            <a:ext cx="6695722" cy="338554"/>
          </a:xfrm>
          <a:prstGeom prst="rect">
            <a:avLst/>
          </a:prstGeom>
          <a:noFill/>
        </p:spPr>
        <p:txBody>
          <a:bodyPr wrap="square" lIns="91440" tIns="45720" rIns="91440" bIns="45720" rtlCol="0" anchor="t">
            <a:spAutoFit/>
          </a:bodyPr>
          <a:lstStyle/>
          <a:p>
            <a:r>
              <a:rPr lang="en-GB" sz="1600"/>
              <a:t>Figure 17 : Age categories ANOVA output.</a:t>
            </a:r>
            <a:endParaRPr lang="en-US" sz="1600"/>
          </a:p>
        </p:txBody>
      </p:sp>
      <p:sp>
        <p:nvSpPr>
          <p:cNvPr id="8" name="TextBox 7">
            <a:extLst>
              <a:ext uri="{FF2B5EF4-FFF2-40B4-BE49-F238E27FC236}">
                <a16:creationId xmlns:a16="http://schemas.microsoft.com/office/drawing/2014/main" id="{44E9673E-2794-D14C-1002-5BD9AED39AD0}"/>
              </a:ext>
            </a:extLst>
          </p:cNvPr>
          <p:cNvSpPr txBox="1"/>
          <p:nvPr/>
        </p:nvSpPr>
        <p:spPr>
          <a:xfrm>
            <a:off x="5181600" y="2504016"/>
            <a:ext cx="6578251" cy="1828800"/>
          </a:xfrm>
          <a:prstGeom prst="rect">
            <a:avLst/>
          </a:prstGeom>
          <a:noFill/>
        </p:spPr>
        <p:txBody>
          <a:bodyPr wrap="square" rtlCol="0">
            <a:spAutoFit/>
          </a:bodyPr>
          <a:lstStyle/>
          <a:p>
            <a:pPr algn="l"/>
            <a:endParaRPr lang="en-US"/>
          </a:p>
        </p:txBody>
      </p:sp>
      <p:sp>
        <p:nvSpPr>
          <p:cNvPr id="9" name="TextBox 8">
            <a:extLst>
              <a:ext uri="{FF2B5EF4-FFF2-40B4-BE49-F238E27FC236}">
                <a16:creationId xmlns:a16="http://schemas.microsoft.com/office/drawing/2014/main" id="{9B397B65-9E46-AEF9-20E4-7B379B405BF5}"/>
              </a:ext>
            </a:extLst>
          </p:cNvPr>
          <p:cNvSpPr txBox="1"/>
          <p:nvPr/>
        </p:nvSpPr>
        <p:spPr>
          <a:xfrm>
            <a:off x="274563" y="629581"/>
            <a:ext cx="10021297" cy="1415772"/>
          </a:xfrm>
          <a:prstGeom prst="rect">
            <a:avLst/>
          </a:prstGeom>
          <a:noFill/>
        </p:spPr>
        <p:txBody>
          <a:bodyPr wrap="square" lIns="91440" tIns="45720" rIns="91440" bIns="45720" rtlCol="0" anchor="t">
            <a:spAutoFit/>
          </a:bodyPr>
          <a:lstStyle/>
          <a:p>
            <a:r>
              <a:rPr lang="en-GB"/>
              <a:t>An initial one-way ANOVA (Analysis of Variance) was carried out on the variables age and unique pieces relationship:</a:t>
            </a:r>
          </a:p>
          <a:p>
            <a:endParaRPr lang="en-GB"/>
          </a:p>
          <a:p>
            <a:r>
              <a:rPr lang="en-GB" sz="1600"/>
              <a:t>H0: </a:t>
            </a:r>
            <a:r>
              <a:rPr lang="en-GB" sz="1600">
                <a:ea typeface="+mn-lt"/>
                <a:cs typeface="+mn-lt"/>
              </a:rPr>
              <a:t>There is no significant difference between the mean unique pieces for each age category.</a:t>
            </a:r>
          </a:p>
          <a:p>
            <a:r>
              <a:rPr lang="en-GB" sz="1600"/>
              <a:t>H1: </a:t>
            </a:r>
            <a:r>
              <a:rPr lang="en-GB" sz="1600">
                <a:ea typeface="+mn-lt"/>
                <a:cs typeface="+mn-lt"/>
              </a:rPr>
              <a:t>At least one mean is different.</a:t>
            </a:r>
            <a:endParaRPr lang="en-GB" sz="1600"/>
          </a:p>
        </p:txBody>
      </p:sp>
      <p:sp>
        <p:nvSpPr>
          <p:cNvPr id="10" name="TextBox 9">
            <a:extLst>
              <a:ext uri="{FF2B5EF4-FFF2-40B4-BE49-F238E27FC236}">
                <a16:creationId xmlns:a16="http://schemas.microsoft.com/office/drawing/2014/main" id="{80D1E21B-7107-ED61-FEEC-4A267C52B9EF}"/>
              </a:ext>
            </a:extLst>
          </p:cNvPr>
          <p:cNvSpPr txBox="1"/>
          <p:nvPr/>
        </p:nvSpPr>
        <p:spPr>
          <a:xfrm>
            <a:off x="5182896" y="2552181"/>
            <a:ext cx="6557374" cy="1828800"/>
          </a:xfrm>
          <a:prstGeom prst="rect">
            <a:avLst/>
          </a:prstGeom>
          <a:noFill/>
        </p:spPr>
        <p:txBody>
          <a:bodyPr wrap="square" rtlCol="0">
            <a:spAutoFit/>
          </a:bodyPr>
          <a:lstStyle/>
          <a:p>
            <a:pPr algn="l"/>
            <a:endParaRPr lang="en-US"/>
          </a:p>
        </p:txBody>
      </p:sp>
      <p:sp>
        <p:nvSpPr>
          <p:cNvPr id="11" name="TextBox 10">
            <a:extLst>
              <a:ext uri="{FF2B5EF4-FFF2-40B4-BE49-F238E27FC236}">
                <a16:creationId xmlns:a16="http://schemas.microsoft.com/office/drawing/2014/main" id="{0352FD73-896F-9304-0A9F-E790A65E7EA9}"/>
              </a:ext>
            </a:extLst>
          </p:cNvPr>
          <p:cNvSpPr txBox="1"/>
          <p:nvPr/>
        </p:nvSpPr>
        <p:spPr>
          <a:xfrm>
            <a:off x="5182896" y="2552181"/>
            <a:ext cx="6557374" cy="1828800"/>
          </a:xfrm>
          <a:prstGeom prst="rect">
            <a:avLst/>
          </a:prstGeom>
          <a:noFill/>
        </p:spPr>
        <p:txBody>
          <a:bodyPr wrap="square" rtlCol="0">
            <a:spAutoFit/>
          </a:bodyPr>
          <a:lstStyle/>
          <a:p>
            <a:pPr algn="l"/>
            <a:endParaRPr lang="en-US"/>
          </a:p>
        </p:txBody>
      </p:sp>
      <p:sp>
        <p:nvSpPr>
          <p:cNvPr id="12" name="TextBox 11">
            <a:extLst>
              <a:ext uri="{FF2B5EF4-FFF2-40B4-BE49-F238E27FC236}">
                <a16:creationId xmlns:a16="http://schemas.microsoft.com/office/drawing/2014/main" id="{1732FFE2-C05C-111F-1898-0222F3D35ED3}"/>
              </a:ext>
            </a:extLst>
          </p:cNvPr>
          <p:cNvSpPr txBox="1"/>
          <p:nvPr/>
        </p:nvSpPr>
        <p:spPr>
          <a:xfrm>
            <a:off x="5182896" y="2552181"/>
            <a:ext cx="6557374" cy="1828800"/>
          </a:xfrm>
          <a:prstGeom prst="rect">
            <a:avLst/>
          </a:prstGeom>
          <a:noFill/>
        </p:spPr>
        <p:txBody>
          <a:bodyPr wrap="square" rtlCol="0">
            <a:spAutoFit/>
          </a:bodyPr>
          <a:lstStyle/>
          <a:p>
            <a:pPr algn="l"/>
            <a:endParaRPr lang="en-US"/>
          </a:p>
        </p:txBody>
      </p:sp>
      <p:sp>
        <p:nvSpPr>
          <p:cNvPr id="4" name="TextBox 3">
            <a:extLst>
              <a:ext uri="{FF2B5EF4-FFF2-40B4-BE49-F238E27FC236}">
                <a16:creationId xmlns:a16="http://schemas.microsoft.com/office/drawing/2014/main" id="{DF29A195-ACBC-115F-71B8-1789AD2782D6}"/>
              </a:ext>
            </a:extLst>
          </p:cNvPr>
          <p:cNvSpPr txBox="1"/>
          <p:nvPr/>
        </p:nvSpPr>
        <p:spPr>
          <a:xfrm>
            <a:off x="5569862" y="4988143"/>
            <a:ext cx="588210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There is sufficient evidence to reject the null </a:t>
            </a:r>
            <a:r>
              <a:rPr lang="en-GB" err="1"/>
              <a:t>hypothes</a:t>
            </a:r>
            <a:r>
              <a:rPr lang="en-GB"/>
              <a:t>is in favour of the alternate hypothesis. We are confident that at least one of the mean number of unique pieces vs age category is different.</a:t>
            </a:r>
          </a:p>
        </p:txBody>
      </p:sp>
      <p:graphicFrame>
        <p:nvGraphicFramePr>
          <p:cNvPr id="7" name="Table 6">
            <a:extLst>
              <a:ext uri="{FF2B5EF4-FFF2-40B4-BE49-F238E27FC236}">
                <a16:creationId xmlns:a16="http://schemas.microsoft.com/office/drawing/2014/main" id="{BC64EE68-7753-CF57-BC38-DCE01A43B004}"/>
              </a:ext>
            </a:extLst>
          </p:cNvPr>
          <p:cNvGraphicFramePr>
            <a:graphicFrameLocks noGrp="1"/>
          </p:cNvGraphicFramePr>
          <p:nvPr>
            <p:extLst>
              <p:ext uri="{D42A27DB-BD31-4B8C-83A1-F6EECF244321}">
                <p14:modId xmlns:p14="http://schemas.microsoft.com/office/powerpoint/2010/main" val="4288163421"/>
              </p:ext>
            </p:extLst>
          </p:nvPr>
        </p:nvGraphicFramePr>
        <p:xfrm>
          <a:off x="4509370" y="2118986"/>
          <a:ext cx="7594024" cy="1874595"/>
        </p:xfrm>
        <a:graphic>
          <a:graphicData uri="http://schemas.openxmlformats.org/drawingml/2006/table">
            <a:tbl>
              <a:tblPr firstRow="1" bandRow="1">
                <a:tableStyleId>{5C22544A-7EE6-4342-B048-85BDC9FD1C3A}</a:tableStyleId>
              </a:tblPr>
              <a:tblGrid>
                <a:gridCol w="1694889">
                  <a:extLst>
                    <a:ext uri="{9D8B030D-6E8A-4147-A177-3AD203B41FA5}">
                      <a16:colId xmlns:a16="http://schemas.microsoft.com/office/drawing/2014/main" val="1541466910"/>
                    </a:ext>
                  </a:extLst>
                </a:gridCol>
                <a:gridCol w="845451">
                  <a:extLst>
                    <a:ext uri="{9D8B030D-6E8A-4147-A177-3AD203B41FA5}">
                      <a16:colId xmlns:a16="http://schemas.microsoft.com/office/drawing/2014/main" val="2293286975"/>
                    </a:ext>
                  </a:extLst>
                </a:gridCol>
                <a:gridCol w="1526798">
                  <a:extLst>
                    <a:ext uri="{9D8B030D-6E8A-4147-A177-3AD203B41FA5}">
                      <a16:colId xmlns:a16="http://schemas.microsoft.com/office/drawing/2014/main" val="3507144625"/>
                    </a:ext>
                  </a:extLst>
                </a:gridCol>
                <a:gridCol w="1256673">
                  <a:extLst>
                    <a:ext uri="{9D8B030D-6E8A-4147-A177-3AD203B41FA5}">
                      <a16:colId xmlns:a16="http://schemas.microsoft.com/office/drawing/2014/main" val="2943782455"/>
                    </a:ext>
                  </a:extLst>
                </a:gridCol>
                <a:gridCol w="1004541">
                  <a:extLst>
                    <a:ext uri="{9D8B030D-6E8A-4147-A177-3AD203B41FA5}">
                      <a16:colId xmlns:a16="http://schemas.microsoft.com/office/drawing/2014/main" val="294086058"/>
                    </a:ext>
                  </a:extLst>
                </a:gridCol>
                <a:gridCol w="1265672">
                  <a:extLst>
                    <a:ext uri="{9D8B030D-6E8A-4147-A177-3AD203B41FA5}">
                      <a16:colId xmlns:a16="http://schemas.microsoft.com/office/drawing/2014/main" val="190359303"/>
                    </a:ext>
                  </a:extLst>
                </a:gridCol>
              </a:tblGrid>
              <a:tr h="624865">
                <a:tc>
                  <a:txBody>
                    <a:bodyPr/>
                    <a:lstStyle/>
                    <a:p>
                      <a:endParaRPr lang="en-GB"/>
                    </a:p>
                  </a:txBody>
                  <a:tcPr/>
                </a:tc>
                <a:tc>
                  <a:txBody>
                    <a:bodyPr/>
                    <a:lstStyle/>
                    <a:p>
                      <a:r>
                        <a:rPr lang="en-GB" err="1"/>
                        <a:t>Df</a:t>
                      </a:r>
                    </a:p>
                  </a:txBody>
                  <a:tcPr/>
                </a:tc>
                <a:tc>
                  <a:txBody>
                    <a:bodyPr/>
                    <a:lstStyle/>
                    <a:p>
                      <a:r>
                        <a:rPr lang="en-GB"/>
                        <a:t>Sum </a:t>
                      </a:r>
                      <a:r>
                        <a:rPr lang="en-GB" err="1"/>
                        <a:t>sq</a:t>
                      </a:r>
                      <a:endParaRPr lang="en-US" err="1"/>
                    </a:p>
                  </a:txBody>
                  <a:tcPr/>
                </a:tc>
                <a:tc>
                  <a:txBody>
                    <a:bodyPr/>
                    <a:lstStyle/>
                    <a:p>
                      <a:r>
                        <a:rPr lang="en-GB"/>
                        <a:t>Mean </a:t>
                      </a:r>
                      <a:r>
                        <a:rPr lang="en-GB" err="1"/>
                        <a:t>sq</a:t>
                      </a:r>
                    </a:p>
                  </a:txBody>
                  <a:tcPr/>
                </a:tc>
                <a:tc>
                  <a:txBody>
                    <a:bodyPr/>
                    <a:lstStyle/>
                    <a:p>
                      <a:r>
                        <a:rPr lang="en-GB"/>
                        <a:t>F value</a:t>
                      </a:r>
                    </a:p>
                  </a:txBody>
                  <a:tcPr/>
                </a:tc>
                <a:tc>
                  <a:txBody>
                    <a:bodyPr/>
                    <a:lstStyle/>
                    <a:p>
                      <a:r>
                        <a:rPr lang="en-GB" err="1"/>
                        <a:t>Pr</a:t>
                      </a:r>
                      <a:r>
                        <a:rPr lang="en-GB"/>
                        <a:t>(&gt;)F</a:t>
                      </a:r>
                    </a:p>
                  </a:txBody>
                  <a:tcPr/>
                </a:tc>
                <a:extLst>
                  <a:ext uri="{0D108BD9-81ED-4DB2-BD59-A6C34878D82A}">
                    <a16:rowId xmlns:a16="http://schemas.microsoft.com/office/drawing/2014/main" val="1745067276"/>
                  </a:ext>
                </a:extLst>
              </a:tr>
              <a:tr h="624865">
                <a:tc>
                  <a:txBody>
                    <a:bodyPr/>
                    <a:lstStyle/>
                    <a:p>
                      <a:pPr lvl="0">
                        <a:buNone/>
                      </a:pPr>
                      <a:r>
                        <a:rPr lang="en-GB" err="1"/>
                        <a:t>Age_group</a:t>
                      </a:r>
                    </a:p>
                  </a:txBody>
                  <a:tcPr/>
                </a:tc>
                <a:tc>
                  <a:txBody>
                    <a:bodyPr/>
                    <a:lstStyle/>
                    <a:p>
                      <a:r>
                        <a:rPr lang="en-GB"/>
                        <a:t>2</a:t>
                      </a:r>
                    </a:p>
                  </a:txBody>
                  <a:tcPr/>
                </a:tc>
                <a:tc>
                  <a:txBody>
                    <a:bodyPr/>
                    <a:lstStyle/>
                    <a:p>
                      <a:r>
                        <a:rPr lang="en-GB"/>
                        <a:t>2834925</a:t>
                      </a:r>
                    </a:p>
                  </a:txBody>
                  <a:tcPr/>
                </a:tc>
                <a:tc>
                  <a:txBody>
                    <a:bodyPr/>
                    <a:lstStyle/>
                    <a:p>
                      <a:r>
                        <a:rPr lang="en-GB"/>
                        <a:t>1417462</a:t>
                      </a:r>
                    </a:p>
                  </a:txBody>
                  <a:tcPr/>
                </a:tc>
                <a:tc>
                  <a:txBody>
                    <a:bodyPr/>
                    <a:lstStyle/>
                    <a:p>
                      <a:r>
                        <a:rPr lang="en-GB"/>
                        <a:t>140.9</a:t>
                      </a:r>
                    </a:p>
                  </a:txBody>
                  <a:tcPr/>
                </a:tc>
                <a:tc>
                  <a:txBody>
                    <a:bodyPr/>
                    <a:lstStyle/>
                    <a:p>
                      <a:r>
                        <a:rPr lang="en-GB"/>
                        <a:t>&lt;2e-16*</a:t>
                      </a:r>
                    </a:p>
                  </a:txBody>
                  <a:tcPr/>
                </a:tc>
                <a:extLst>
                  <a:ext uri="{0D108BD9-81ED-4DB2-BD59-A6C34878D82A}">
                    <a16:rowId xmlns:a16="http://schemas.microsoft.com/office/drawing/2014/main" val="2260310851"/>
                  </a:ext>
                </a:extLst>
              </a:tr>
              <a:tr h="624865">
                <a:tc>
                  <a:txBody>
                    <a:bodyPr/>
                    <a:lstStyle/>
                    <a:p>
                      <a:r>
                        <a:rPr lang="en-GB"/>
                        <a:t>Residuals</a:t>
                      </a:r>
                    </a:p>
                  </a:txBody>
                  <a:tcPr/>
                </a:tc>
                <a:tc>
                  <a:txBody>
                    <a:bodyPr/>
                    <a:lstStyle/>
                    <a:p>
                      <a:r>
                        <a:rPr lang="en-GB"/>
                        <a:t>1164</a:t>
                      </a:r>
                    </a:p>
                  </a:txBody>
                  <a:tcPr/>
                </a:tc>
                <a:tc>
                  <a:txBody>
                    <a:bodyPr/>
                    <a:lstStyle/>
                    <a:p>
                      <a:r>
                        <a:rPr lang="en-GB"/>
                        <a:t>1170987</a:t>
                      </a:r>
                    </a:p>
                  </a:txBody>
                  <a:tcPr/>
                </a:tc>
                <a:tc>
                  <a:txBody>
                    <a:bodyPr/>
                    <a:lstStyle/>
                    <a:p>
                      <a:r>
                        <a:rPr lang="en-GB"/>
                        <a:t>10059</a:t>
                      </a:r>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4223563873"/>
                  </a:ext>
                </a:extLst>
              </a:tr>
            </a:tbl>
          </a:graphicData>
        </a:graphic>
      </p:graphicFrame>
      <p:sp>
        <p:nvSpPr>
          <p:cNvPr id="16" name="TextBox 15">
            <a:extLst>
              <a:ext uri="{FF2B5EF4-FFF2-40B4-BE49-F238E27FC236}">
                <a16:creationId xmlns:a16="http://schemas.microsoft.com/office/drawing/2014/main" id="{749AF368-C491-04C9-2344-4CE10D5EDD29}"/>
              </a:ext>
            </a:extLst>
          </p:cNvPr>
          <p:cNvSpPr txBox="1"/>
          <p:nvPr/>
        </p:nvSpPr>
        <p:spPr>
          <a:xfrm>
            <a:off x="4505479" y="4064076"/>
            <a:ext cx="742048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err="1">
                <a:solidFill>
                  <a:schemeClr val="bg1"/>
                </a:solidFill>
                <a:latin typeface="Century Gothic"/>
              </a:rPr>
              <a:t>Signif</a:t>
            </a:r>
            <a:r>
              <a:rPr lang="en-GB" sz="1600" b="1">
                <a:solidFill>
                  <a:schemeClr val="bg1"/>
                </a:solidFill>
                <a:latin typeface="Century Gothic"/>
              </a:rPr>
              <a:t>. codes:  0 ‘***’ 0.001 ‘**’ 0.01 ‘*’ 0.05 ‘.’ 0.1 ‘ ’ 1</a:t>
            </a:r>
            <a:endParaRPr lang="en-US" sz="1600" b="1">
              <a:solidFill>
                <a:schemeClr val="bg1"/>
              </a:solidFill>
              <a:latin typeface="Century Gothic"/>
            </a:endParaRPr>
          </a:p>
        </p:txBody>
      </p:sp>
    </p:spTree>
    <p:extLst>
      <p:ext uri="{BB962C8B-B14F-4D97-AF65-F5344CB8AC3E}">
        <p14:creationId xmlns:p14="http://schemas.microsoft.com/office/powerpoint/2010/main" val="2540938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D05F-2415-355B-B65C-FED3240ECF92}"/>
              </a:ext>
            </a:extLst>
          </p:cNvPr>
          <p:cNvSpPr>
            <a:spLocks noGrp="1"/>
          </p:cNvSpPr>
          <p:nvPr>
            <p:ph type="title"/>
          </p:nvPr>
        </p:nvSpPr>
        <p:spPr>
          <a:xfrm>
            <a:off x="921488" y="204080"/>
            <a:ext cx="9509818" cy="420377"/>
          </a:xfrm>
        </p:spPr>
        <p:txBody>
          <a:bodyPr/>
          <a:lstStyle/>
          <a:p>
            <a:pPr algn="ctr">
              <a:spcBef>
                <a:spcPts val="1000"/>
              </a:spcBef>
            </a:pPr>
            <a:r>
              <a:rPr lang="en-GB" sz="2400" b="1"/>
              <a:t>Hypothesis testing and ANOVA Continued </a:t>
            </a:r>
            <a:endParaRPr lang="en-US" sz="2400" b="1"/>
          </a:p>
        </p:txBody>
      </p:sp>
      <p:sp>
        <p:nvSpPr>
          <p:cNvPr id="3" name="Content Placeholder 2">
            <a:extLst>
              <a:ext uri="{FF2B5EF4-FFF2-40B4-BE49-F238E27FC236}">
                <a16:creationId xmlns:a16="http://schemas.microsoft.com/office/drawing/2014/main" id="{B0EBB662-7F37-D63A-FFD4-B35966921DFF}"/>
              </a:ext>
            </a:extLst>
          </p:cNvPr>
          <p:cNvSpPr>
            <a:spLocks noGrp="1"/>
          </p:cNvSpPr>
          <p:nvPr>
            <p:ph idx="1"/>
          </p:nvPr>
        </p:nvSpPr>
        <p:spPr>
          <a:xfrm>
            <a:off x="270170" y="2021886"/>
            <a:ext cx="4396494" cy="5059242"/>
          </a:xfrm>
        </p:spPr>
        <p:txBody>
          <a:bodyPr vert="horz" lIns="91440" tIns="45720" rIns="91440" bIns="45720" rtlCol="0" anchor="t">
            <a:normAutofit/>
          </a:bodyPr>
          <a:lstStyle/>
          <a:p>
            <a:r>
              <a:rPr lang="en-GB" sz="1600"/>
              <a:t>From Figure 18 and the results from the one-way ANOVA it is evident that there is a highly significant effect of recommended age on the number of unique pieces. </a:t>
            </a:r>
          </a:p>
          <a:p>
            <a:pPr>
              <a:buClr>
                <a:srgbClr val="8AD0D6"/>
              </a:buClr>
            </a:pPr>
            <a:r>
              <a:rPr lang="en-GB" sz="1600"/>
              <a:t>The </a:t>
            </a:r>
            <a:r>
              <a:rPr lang="en-GB" sz="1600" err="1"/>
              <a:t>QQPlot</a:t>
            </a:r>
            <a:r>
              <a:rPr lang="en-GB" sz="1600"/>
              <a:t> shows that the middle values fit well but there is some mild departure from normality in the tails of the distribution, normality assumptions do not hold for the residuals.</a:t>
            </a:r>
          </a:p>
          <a:p>
            <a:r>
              <a:rPr lang="en-GB" sz="1600"/>
              <a:t>This drives home the hypothesis that Lego sets are designed for different age groups with the complexity of play being a key factor in both set design and marketing. </a:t>
            </a:r>
          </a:p>
          <a:p>
            <a:endParaRPr lang="en-GB" sz="1600"/>
          </a:p>
        </p:txBody>
      </p:sp>
      <p:pic>
        <p:nvPicPr>
          <p:cNvPr id="5" name="Picture 4" descr="A red and white logo&#10;&#10;AI-generated content may be incorrect.">
            <a:extLst>
              <a:ext uri="{FF2B5EF4-FFF2-40B4-BE49-F238E27FC236}">
                <a16:creationId xmlns:a16="http://schemas.microsoft.com/office/drawing/2014/main" id="{BC89636A-0E61-53F7-4EC3-E3E160C6BDB8}"/>
              </a:ext>
            </a:extLst>
          </p:cNvPr>
          <p:cNvPicPr>
            <a:picLocks noChangeAspect="1"/>
          </p:cNvPicPr>
          <p:nvPr/>
        </p:nvPicPr>
        <p:blipFill>
          <a:blip r:embed="rId2"/>
          <a:stretch>
            <a:fillRect/>
          </a:stretch>
        </p:blipFill>
        <p:spPr>
          <a:xfrm>
            <a:off x="10295860" y="177209"/>
            <a:ext cx="974652" cy="549349"/>
          </a:xfrm>
          <a:prstGeom prst="rect">
            <a:avLst/>
          </a:prstGeom>
        </p:spPr>
      </p:pic>
      <p:sp>
        <p:nvSpPr>
          <p:cNvPr id="6" name="TextBox 5">
            <a:extLst>
              <a:ext uri="{FF2B5EF4-FFF2-40B4-BE49-F238E27FC236}">
                <a16:creationId xmlns:a16="http://schemas.microsoft.com/office/drawing/2014/main" id="{A3593281-4EC6-2CB5-D2F3-A1BAE56968E3}"/>
              </a:ext>
            </a:extLst>
          </p:cNvPr>
          <p:cNvSpPr txBox="1"/>
          <p:nvPr/>
        </p:nvSpPr>
        <p:spPr>
          <a:xfrm>
            <a:off x="5179503" y="5789252"/>
            <a:ext cx="6695722" cy="338554"/>
          </a:xfrm>
          <a:prstGeom prst="rect">
            <a:avLst/>
          </a:prstGeom>
          <a:noFill/>
        </p:spPr>
        <p:txBody>
          <a:bodyPr wrap="square" lIns="91440" tIns="45720" rIns="91440" bIns="45720" rtlCol="0" anchor="t">
            <a:spAutoFit/>
          </a:bodyPr>
          <a:lstStyle/>
          <a:p>
            <a:r>
              <a:rPr lang="en-GB" sz="1600"/>
              <a:t>Figure 18: </a:t>
            </a:r>
            <a:r>
              <a:rPr lang="en-GB" sz="1600" err="1"/>
              <a:t>QQplot</a:t>
            </a:r>
            <a:r>
              <a:rPr lang="en-GB" sz="1600"/>
              <a:t> for Age categories ANOVA. </a:t>
            </a:r>
            <a:endParaRPr lang="en-US" sz="1600"/>
          </a:p>
        </p:txBody>
      </p:sp>
      <p:sp>
        <p:nvSpPr>
          <p:cNvPr id="9" name="TextBox 8">
            <a:extLst>
              <a:ext uri="{FF2B5EF4-FFF2-40B4-BE49-F238E27FC236}">
                <a16:creationId xmlns:a16="http://schemas.microsoft.com/office/drawing/2014/main" id="{9B397B65-9E46-AEF9-20E4-7B379B405BF5}"/>
              </a:ext>
            </a:extLst>
          </p:cNvPr>
          <p:cNvSpPr txBox="1"/>
          <p:nvPr/>
        </p:nvSpPr>
        <p:spPr>
          <a:xfrm>
            <a:off x="274563" y="848787"/>
            <a:ext cx="9885598" cy="646331"/>
          </a:xfrm>
          <a:prstGeom prst="rect">
            <a:avLst/>
          </a:prstGeom>
          <a:noFill/>
        </p:spPr>
        <p:txBody>
          <a:bodyPr wrap="square" lIns="91440" tIns="45720" rIns="91440" bIns="45720" rtlCol="0" anchor="t">
            <a:spAutoFit/>
          </a:bodyPr>
          <a:lstStyle/>
          <a:p>
            <a:r>
              <a:rPr lang="en-GB"/>
              <a:t>ANOVA assumes the residuals(errors) are normally distributed within groups. A </a:t>
            </a:r>
            <a:r>
              <a:rPr lang="en-GB" err="1"/>
              <a:t>QQplot</a:t>
            </a:r>
            <a:r>
              <a:rPr lang="en-GB"/>
              <a:t> is used to compare the residuals distribution with a normal distribution.</a:t>
            </a:r>
            <a:endParaRPr lang="en-US"/>
          </a:p>
        </p:txBody>
      </p:sp>
      <p:sp>
        <p:nvSpPr>
          <p:cNvPr id="10" name="TextBox 9">
            <a:extLst>
              <a:ext uri="{FF2B5EF4-FFF2-40B4-BE49-F238E27FC236}">
                <a16:creationId xmlns:a16="http://schemas.microsoft.com/office/drawing/2014/main" id="{80D1E21B-7107-ED61-FEEC-4A267C52B9EF}"/>
              </a:ext>
            </a:extLst>
          </p:cNvPr>
          <p:cNvSpPr txBox="1"/>
          <p:nvPr/>
        </p:nvSpPr>
        <p:spPr>
          <a:xfrm>
            <a:off x="5840512" y="2019825"/>
            <a:ext cx="5388279" cy="1828800"/>
          </a:xfrm>
          <a:prstGeom prst="rect">
            <a:avLst/>
          </a:prstGeom>
          <a:noFill/>
        </p:spPr>
        <p:txBody>
          <a:bodyPr wrap="square" rtlCol="0">
            <a:spAutoFit/>
          </a:bodyPr>
          <a:lstStyle/>
          <a:p>
            <a:pPr algn="l"/>
            <a:endParaRPr lang="en-US"/>
          </a:p>
        </p:txBody>
      </p:sp>
      <p:sp>
        <p:nvSpPr>
          <p:cNvPr id="11" name="TextBox 10">
            <a:extLst>
              <a:ext uri="{FF2B5EF4-FFF2-40B4-BE49-F238E27FC236}">
                <a16:creationId xmlns:a16="http://schemas.microsoft.com/office/drawing/2014/main" id="{0352FD73-896F-9304-0A9F-E790A65E7EA9}"/>
              </a:ext>
            </a:extLst>
          </p:cNvPr>
          <p:cNvSpPr txBox="1"/>
          <p:nvPr/>
        </p:nvSpPr>
        <p:spPr>
          <a:xfrm>
            <a:off x="5840512" y="2019825"/>
            <a:ext cx="5388279" cy="1828800"/>
          </a:xfrm>
          <a:prstGeom prst="rect">
            <a:avLst/>
          </a:prstGeom>
          <a:noFill/>
        </p:spPr>
        <p:txBody>
          <a:bodyPr wrap="square" rtlCol="0">
            <a:spAutoFit/>
          </a:bodyPr>
          <a:lstStyle/>
          <a:p>
            <a:pPr algn="l"/>
            <a:endParaRPr lang="en-US"/>
          </a:p>
        </p:txBody>
      </p:sp>
      <p:sp>
        <p:nvSpPr>
          <p:cNvPr id="12" name="TextBox 11">
            <a:extLst>
              <a:ext uri="{FF2B5EF4-FFF2-40B4-BE49-F238E27FC236}">
                <a16:creationId xmlns:a16="http://schemas.microsoft.com/office/drawing/2014/main" id="{1732FFE2-C05C-111F-1898-0222F3D35ED3}"/>
              </a:ext>
            </a:extLst>
          </p:cNvPr>
          <p:cNvSpPr txBox="1"/>
          <p:nvPr/>
        </p:nvSpPr>
        <p:spPr>
          <a:xfrm>
            <a:off x="5840512" y="2019825"/>
            <a:ext cx="5388279" cy="1828800"/>
          </a:xfrm>
          <a:prstGeom prst="rect">
            <a:avLst/>
          </a:prstGeom>
          <a:noFill/>
        </p:spPr>
        <p:txBody>
          <a:bodyPr wrap="square" rtlCol="0">
            <a:spAutoFit/>
          </a:bodyPr>
          <a:lstStyle/>
          <a:p>
            <a:pPr algn="l"/>
            <a:endParaRPr lang="en-US"/>
          </a:p>
        </p:txBody>
      </p:sp>
      <p:pic>
        <p:nvPicPr>
          <p:cNvPr id="4" name="Picture 3" descr="A graph of a line&#10;&#10;AI-generated content may be incorrect.">
            <a:extLst>
              <a:ext uri="{FF2B5EF4-FFF2-40B4-BE49-F238E27FC236}">
                <a16:creationId xmlns:a16="http://schemas.microsoft.com/office/drawing/2014/main" id="{E4E6FDDD-2198-82B3-2C37-1C184D34ADA9}"/>
              </a:ext>
            </a:extLst>
          </p:cNvPr>
          <p:cNvPicPr>
            <a:picLocks noChangeAspect="1"/>
          </p:cNvPicPr>
          <p:nvPr/>
        </p:nvPicPr>
        <p:blipFill>
          <a:blip r:embed="rId3"/>
          <a:stretch>
            <a:fillRect/>
          </a:stretch>
        </p:blipFill>
        <p:spPr>
          <a:xfrm>
            <a:off x="5215460" y="1591197"/>
            <a:ext cx="6562725" cy="3905250"/>
          </a:xfrm>
          <a:prstGeom prst="rect">
            <a:avLst/>
          </a:prstGeom>
        </p:spPr>
      </p:pic>
    </p:spTree>
    <p:extLst>
      <p:ext uri="{BB962C8B-B14F-4D97-AF65-F5344CB8AC3E}">
        <p14:creationId xmlns:p14="http://schemas.microsoft.com/office/powerpoint/2010/main" val="2747094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D05F-2415-355B-B65C-FED3240ECF92}"/>
              </a:ext>
            </a:extLst>
          </p:cNvPr>
          <p:cNvSpPr>
            <a:spLocks noGrp="1"/>
          </p:cNvSpPr>
          <p:nvPr>
            <p:ph type="title"/>
          </p:nvPr>
        </p:nvSpPr>
        <p:spPr>
          <a:xfrm>
            <a:off x="786042" y="104558"/>
            <a:ext cx="9509818" cy="420377"/>
          </a:xfrm>
        </p:spPr>
        <p:txBody>
          <a:bodyPr/>
          <a:lstStyle/>
          <a:p>
            <a:pPr algn="ctr">
              <a:spcBef>
                <a:spcPts val="1000"/>
              </a:spcBef>
            </a:pPr>
            <a:r>
              <a:rPr lang="en-GB" sz="2400" b="1"/>
              <a:t>Hypothesis testing: Non-parametric test.  </a:t>
            </a:r>
            <a:endParaRPr lang="en-US" sz="2400" b="1"/>
          </a:p>
        </p:txBody>
      </p:sp>
      <p:sp>
        <p:nvSpPr>
          <p:cNvPr id="3" name="Content Placeholder 2">
            <a:extLst>
              <a:ext uri="{FF2B5EF4-FFF2-40B4-BE49-F238E27FC236}">
                <a16:creationId xmlns:a16="http://schemas.microsoft.com/office/drawing/2014/main" id="{B0EBB662-7F37-D63A-FFD4-B35966921DFF}"/>
              </a:ext>
            </a:extLst>
          </p:cNvPr>
          <p:cNvSpPr>
            <a:spLocks noGrp="1"/>
          </p:cNvSpPr>
          <p:nvPr>
            <p:ph idx="1"/>
          </p:nvPr>
        </p:nvSpPr>
        <p:spPr>
          <a:xfrm>
            <a:off x="635512" y="2052750"/>
            <a:ext cx="4396494" cy="5059242"/>
          </a:xfrm>
        </p:spPr>
        <p:txBody>
          <a:bodyPr vert="horz" lIns="91440" tIns="45720" rIns="91440" bIns="45720" rtlCol="0" anchor="t">
            <a:normAutofit/>
          </a:bodyPr>
          <a:lstStyle/>
          <a:p>
            <a:r>
              <a:rPr lang="en-GB" sz="1600"/>
              <a:t>From the notes we are given a wide range of tests to highlight significance. The one chosen for unique pieces vs age was the Kruskal-Wallis (see Figure 19).</a:t>
            </a:r>
          </a:p>
          <a:p>
            <a:r>
              <a:rPr lang="en-GB" sz="1600"/>
              <a:t>The Kruskal-Wallis test confirms that there are significant differences in mean unique pieces across age groups.</a:t>
            </a:r>
          </a:p>
          <a:p>
            <a:r>
              <a:rPr lang="en-GB" sz="1600"/>
              <a:t>This test confirms the findings of ANOVA even though residuals aren't perfectly normal.</a:t>
            </a:r>
          </a:p>
          <a:p>
            <a:r>
              <a:rPr lang="en-GB" sz="1600"/>
              <a:t>Both parametric and non-parametric tests agree that complexity differs strongly across infant, child, teen/adult categories. </a:t>
            </a:r>
          </a:p>
          <a:p>
            <a:endParaRPr lang="en-GB" sz="1600"/>
          </a:p>
        </p:txBody>
      </p:sp>
      <p:pic>
        <p:nvPicPr>
          <p:cNvPr id="5" name="Picture 4" descr="A red and white logo&#10;&#10;AI-generated content may be incorrect.">
            <a:extLst>
              <a:ext uri="{FF2B5EF4-FFF2-40B4-BE49-F238E27FC236}">
                <a16:creationId xmlns:a16="http://schemas.microsoft.com/office/drawing/2014/main" id="{BC89636A-0E61-53F7-4EC3-E3E160C6BDB8}"/>
              </a:ext>
            </a:extLst>
          </p:cNvPr>
          <p:cNvPicPr>
            <a:picLocks noChangeAspect="1"/>
          </p:cNvPicPr>
          <p:nvPr/>
        </p:nvPicPr>
        <p:blipFill>
          <a:blip r:embed="rId2"/>
          <a:stretch>
            <a:fillRect/>
          </a:stretch>
        </p:blipFill>
        <p:spPr>
          <a:xfrm>
            <a:off x="10295860" y="177209"/>
            <a:ext cx="974652" cy="549349"/>
          </a:xfrm>
          <a:prstGeom prst="rect">
            <a:avLst/>
          </a:prstGeom>
        </p:spPr>
      </p:pic>
      <p:sp>
        <p:nvSpPr>
          <p:cNvPr id="6" name="TextBox 5">
            <a:extLst>
              <a:ext uri="{FF2B5EF4-FFF2-40B4-BE49-F238E27FC236}">
                <a16:creationId xmlns:a16="http://schemas.microsoft.com/office/drawing/2014/main" id="{A3593281-4EC6-2CB5-D2F3-A1BAE56968E3}"/>
              </a:ext>
            </a:extLst>
          </p:cNvPr>
          <p:cNvSpPr txBox="1"/>
          <p:nvPr/>
        </p:nvSpPr>
        <p:spPr>
          <a:xfrm>
            <a:off x="5398709" y="3294485"/>
            <a:ext cx="6695722" cy="338554"/>
          </a:xfrm>
          <a:prstGeom prst="rect">
            <a:avLst/>
          </a:prstGeom>
          <a:noFill/>
        </p:spPr>
        <p:txBody>
          <a:bodyPr wrap="square" lIns="91440" tIns="45720" rIns="91440" bIns="45720" rtlCol="0" anchor="t">
            <a:spAutoFit/>
          </a:bodyPr>
          <a:lstStyle/>
          <a:p>
            <a:r>
              <a:rPr lang="en-GB" sz="1600"/>
              <a:t>Figure 19: Kruskal-Wallis Post HOC test results.</a:t>
            </a:r>
            <a:endParaRPr lang="en-US" sz="1600"/>
          </a:p>
        </p:txBody>
      </p:sp>
      <p:sp>
        <p:nvSpPr>
          <p:cNvPr id="8" name="TextBox 7">
            <a:extLst>
              <a:ext uri="{FF2B5EF4-FFF2-40B4-BE49-F238E27FC236}">
                <a16:creationId xmlns:a16="http://schemas.microsoft.com/office/drawing/2014/main" id="{44E9673E-2794-D14C-1002-5BD9AED39AD0}"/>
              </a:ext>
            </a:extLst>
          </p:cNvPr>
          <p:cNvSpPr txBox="1"/>
          <p:nvPr/>
        </p:nvSpPr>
        <p:spPr>
          <a:xfrm>
            <a:off x="5181600" y="2504016"/>
            <a:ext cx="1828800" cy="1828800"/>
          </a:xfrm>
          <a:prstGeom prst="rect">
            <a:avLst/>
          </a:prstGeom>
          <a:noFill/>
        </p:spPr>
        <p:txBody>
          <a:bodyPr wrap="square" rtlCol="0">
            <a:spAutoFit/>
          </a:bodyPr>
          <a:lstStyle/>
          <a:p>
            <a:pPr algn="l"/>
            <a:endParaRPr lang="en-US"/>
          </a:p>
        </p:txBody>
      </p:sp>
      <p:sp>
        <p:nvSpPr>
          <p:cNvPr id="9" name="TextBox 8">
            <a:extLst>
              <a:ext uri="{FF2B5EF4-FFF2-40B4-BE49-F238E27FC236}">
                <a16:creationId xmlns:a16="http://schemas.microsoft.com/office/drawing/2014/main" id="{9B397B65-9E46-AEF9-20E4-7B379B405BF5}"/>
              </a:ext>
            </a:extLst>
          </p:cNvPr>
          <p:cNvSpPr txBox="1"/>
          <p:nvPr/>
        </p:nvSpPr>
        <p:spPr>
          <a:xfrm>
            <a:off x="420700" y="733965"/>
            <a:ext cx="9509818" cy="923330"/>
          </a:xfrm>
          <a:prstGeom prst="rect">
            <a:avLst/>
          </a:prstGeom>
          <a:noFill/>
        </p:spPr>
        <p:txBody>
          <a:bodyPr wrap="square" lIns="91440" tIns="45720" rIns="91440" bIns="45720" rtlCol="0" anchor="t">
            <a:spAutoFit/>
          </a:bodyPr>
          <a:lstStyle/>
          <a:p>
            <a:r>
              <a:rPr lang="en-GB"/>
              <a:t>Because the ANOVA highlighted significance but the </a:t>
            </a:r>
            <a:r>
              <a:rPr lang="en-GB" err="1"/>
              <a:t>QQplot</a:t>
            </a:r>
            <a:r>
              <a:rPr lang="en-GB"/>
              <a:t> shows deviation from normality we decided to run a non-parametric test Kruskal-Wallis because it doesn’t require the assumption of normality.</a:t>
            </a:r>
            <a:endParaRPr lang="en-US"/>
          </a:p>
        </p:txBody>
      </p:sp>
      <p:sp>
        <p:nvSpPr>
          <p:cNvPr id="10" name="TextBox 9">
            <a:extLst>
              <a:ext uri="{FF2B5EF4-FFF2-40B4-BE49-F238E27FC236}">
                <a16:creationId xmlns:a16="http://schemas.microsoft.com/office/drawing/2014/main" id="{80D1E21B-7107-ED61-FEEC-4A267C52B9EF}"/>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1" name="TextBox 10">
            <a:extLst>
              <a:ext uri="{FF2B5EF4-FFF2-40B4-BE49-F238E27FC236}">
                <a16:creationId xmlns:a16="http://schemas.microsoft.com/office/drawing/2014/main" id="{0352FD73-896F-9304-0A9F-E790A65E7EA9}"/>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2" name="TextBox 11">
            <a:extLst>
              <a:ext uri="{FF2B5EF4-FFF2-40B4-BE49-F238E27FC236}">
                <a16:creationId xmlns:a16="http://schemas.microsoft.com/office/drawing/2014/main" id="{1732FFE2-C05C-111F-1898-0222F3D35ED3}"/>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graphicFrame>
        <p:nvGraphicFramePr>
          <p:cNvPr id="7" name="Table 6">
            <a:extLst>
              <a:ext uri="{FF2B5EF4-FFF2-40B4-BE49-F238E27FC236}">
                <a16:creationId xmlns:a16="http://schemas.microsoft.com/office/drawing/2014/main" id="{E811012C-BB58-1D6E-48CA-E10CCA7D993E}"/>
              </a:ext>
            </a:extLst>
          </p:cNvPr>
          <p:cNvGraphicFramePr>
            <a:graphicFrameLocks noGrp="1"/>
          </p:cNvGraphicFramePr>
          <p:nvPr>
            <p:extLst>
              <p:ext uri="{D42A27DB-BD31-4B8C-83A1-F6EECF244321}">
                <p14:modId xmlns:p14="http://schemas.microsoft.com/office/powerpoint/2010/main" val="276684527"/>
              </p:ext>
            </p:extLst>
          </p:nvPr>
        </p:nvGraphicFramePr>
        <p:xfrm>
          <a:off x="5396629" y="2056355"/>
          <a:ext cx="6083882" cy="1169546"/>
        </p:xfrm>
        <a:graphic>
          <a:graphicData uri="http://schemas.openxmlformats.org/drawingml/2006/table">
            <a:tbl>
              <a:tblPr firstRow="1" bandRow="1">
                <a:tableStyleId>{5C22544A-7EE6-4342-B048-85BDC9FD1C3A}</a:tableStyleId>
              </a:tblPr>
              <a:tblGrid>
                <a:gridCol w="1811438">
                  <a:extLst>
                    <a:ext uri="{9D8B030D-6E8A-4147-A177-3AD203B41FA5}">
                      <a16:colId xmlns:a16="http://schemas.microsoft.com/office/drawing/2014/main" val="442715967"/>
                    </a:ext>
                  </a:extLst>
                </a:gridCol>
                <a:gridCol w="1703979">
                  <a:extLst>
                    <a:ext uri="{9D8B030D-6E8A-4147-A177-3AD203B41FA5}">
                      <a16:colId xmlns:a16="http://schemas.microsoft.com/office/drawing/2014/main" val="2079708952"/>
                    </a:ext>
                  </a:extLst>
                </a:gridCol>
                <a:gridCol w="975453">
                  <a:extLst>
                    <a:ext uri="{9D8B030D-6E8A-4147-A177-3AD203B41FA5}">
                      <a16:colId xmlns:a16="http://schemas.microsoft.com/office/drawing/2014/main" val="2559545573"/>
                    </a:ext>
                  </a:extLst>
                </a:gridCol>
                <a:gridCol w="1593012">
                  <a:extLst>
                    <a:ext uri="{9D8B030D-6E8A-4147-A177-3AD203B41FA5}">
                      <a16:colId xmlns:a16="http://schemas.microsoft.com/office/drawing/2014/main" val="4165605428"/>
                    </a:ext>
                  </a:extLst>
                </a:gridCol>
              </a:tblGrid>
              <a:tr h="584773">
                <a:tc>
                  <a:txBody>
                    <a:bodyPr/>
                    <a:lstStyle/>
                    <a:p>
                      <a:r>
                        <a:rPr lang="en-GB"/>
                        <a:t>Test</a:t>
                      </a:r>
                    </a:p>
                  </a:txBody>
                  <a:tcPr/>
                </a:tc>
                <a:tc>
                  <a:txBody>
                    <a:bodyPr/>
                    <a:lstStyle/>
                    <a:p>
                      <a:pPr lvl="0">
                        <a:buNone/>
                      </a:pPr>
                      <a:r>
                        <a:rPr lang="en-GB" sz="1800" b="1" i="0" u="none" strike="noStrike" noProof="0">
                          <a:latin typeface="Century Gothic"/>
                        </a:rPr>
                        <a:t>χ² statistic</a:t>
                      </a:r>
                      <a:endParaRPr lang="en-US" b="1"/>
                    </a:p>
                  </a:txBody>
                  <a:tcPr/>
                </a:tc>
                <a:tc>
                  <a:txBody>
                    <a:bodyPr/>
                    <a:lstStyle/>
                    <a:p>
                      <a:r>
                        <a:rPr lang="en-GB" err="1"/>
                        <a:t>df</a:t>
                      </a:r>
                    </a:p>
                  </a:txBody>
                  <a:tcPr/>
                </a:tc>
                <a:tc>
                  <a:txBody>
                    <a:bodyPr/>
                    <a:lstStyle/>
                    <a:p>
                      <a:r>
                        <a:rPr lang="en-GB"/>
                        <a:t>p-value</a:t>
                      </a:r>
                    </a:p>
                  </a:txBody>
                  <a:tcPr/>
                </a:tc>
                <a:extLst>
                  <a:ext uri="{0D108BD9-81ED-4DB2-BD59-A6C34878D82A}">
                    <a16:rowId xmlns:a16="http://schemas.microsoft.com/office/drawing/2014/main" val="2986141394"/>
                  </a:ext>
                </a:extLst>
              </a:tr>
              <a:tr h="584773">
                <a:tc>
                  <a:txBody>
                    <a:bodyPr/>
                    <a:lstStyle/>
                    <a:p>
                      <a:r>
                        <a:rPr lang="en-GB"/>
                        <a:t>Kruskal-Wallis</a:t>
                      </a:r>
                    </a:p>
                  </a:txBody>
                  <a:tcPr/>
                </a:tc>
                <a:tc>
                  <a:txBody>
                    <a:bodyPr/>
                    <a:lstStyle/>
                    <a:p>
                      <a:r>
                        <a:rPr lang="en-GB"/>
                        <a:t>143.18</a:t>
                      </a:r>
                    </a:p>
                  </a:txBody>
                  <a:tcPr/>
                </a:tc>
                <a:tc>
                  <a:txBody>
                    <a:bodyPr/>
                    <a:lstStyle/>
                    <a:p>
                      <a:r>
                        <a:rPr lang="en-GB"/>
                        <a:t>2</a:t>
                      </a:r>
                    </a:p>
                  </a:txBody>
                  <a:tcPr/>
                </a:tc>
                <a:tc>
                  <a:txBody>
                    <a:bodyPr/>
                    <a:lstStyle/>
                    <a:p>
                      <a:r>
                        <a:rPr lang="en-GB"/>
                        <a:t>&lt;2.2e-16</a:t>
                      </a:r>
                    </a:p>
                  </a:txBody>
                  <a:tcPr/>
                </a:tc>
                <a:extLst>
                  <a:ext uri="{0D108BD9-81ED-4DB2-BD59-A6C34878D82A}">
                    <a16:rowId xmlns:a16="http://schemas.microsoft.com/office/drawing/2014/main" val="3344585993"/>
                  </a:ext>
                </a:extLst>
              </a:tr>
            </a:tbl>
          </a:graphicData>
        </a:graphic>
      </p:graphicFrame>
      <p:sp>
        <p:nvSpPr>
          <p:cNvPr id="14" name="TextBox 13">
            <a:extLst>
              <a:ext uri="{FF2B5EF4-FFF2-40B4-BE49-F238E27FC236}">
                <a16:creationId xmlns:a16="http://schemas.microsoft.com/office/drawing/2014/main" id="{D7965C7E-4CC2-CCFA-7789-EE814D5BD585}"/>
              </a:ext>
            </a:extLst>
          </p:cNvPr>
          <p:cNvSpPr txBox="1"/>
          <p:nvPr/>
        </p:nvSpPr>
        <p:spPr>
          <a:xfrm>
            <a:off x="5396630" y="4274507"/>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very small p‑value means there is sufficient evidence to reject the null hypothesis. There are statistically significant differences in the number of unique pieces between at least two of the age groups.</a:t>
            </a:r>
          </a:p>
          <a:p>
            <a:pPr algn="ctr"/>
            <a:endParaRPr lang="en-GB"/>
          </a:p>
        </p:txBody>
      </p:sp>
    </p:spTree>
    <p:extLst>
      <p:ext uri="{BB962C8B-B14F-4D97-AF65-F5344CB8AC3E}">
        <p14:creationId xmlns:p14="http://schemas.microsoft.com/office/powerpoint/2010/main" val="3640691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D05F-2415-355B-B65C-FED3240ECF92}"/>
              </a:ext>
            </a:extLst>
          </p:cNvPr>
          <p:cNvSpPr>
            <a:spLocks noGrp="1"/>
          </p:cNvSpPr>
          <p:nvPr>
            <p:ph type="title"/>
          </p:nvPr>
        </p:nvSpPr>
        <p:spPr>
          <a:xfrm>
            <a:off x="563793" y="233171"/>
            <a:ext cx="9509818" cy="420377"/>
          </a:xfrm>
        </p:spPr>
        <p:txBody>
          <a:bodyPr/>
          <a:lstStyle/>
          <a:p>
            <a:pPr algn="ctr">
              <a:spcBef>
                <a:spcPts val="1000"/>
              </a:spcBef>
            </a:pPr>
            <a:r>
              <a:rPr lang="en-GB" sz="2400" b="1"/>
              <a:t> Hypothesis testing: Which groups differ?</a:t>
            </a:r>
            <a:endParaRPr lang="en-US"/>
          </a:p>
        </p:txBody>
      </p:sp>
      <p:sp>
        <p:nvSpPr>
          <p:cNvPr id="3" name="Content Placeholder 2">
            <a:extLst>
              <a:ext uri="{FF2B5EF4-FFF2-40B4-BE49-F238E27FC236}">
                <a16:creationId xmlns:a16="http://schemas.microsoft.com/office/drawing/2014/main" id="{B0EBB662-7F37-D63A-FFD4-B35966921DFF}"/>
              </a:ext>
            </a:extLst>
          </p:cNvPr>
          <p:cNvSpPr>
            <a:spLocks noGrp="1"/>
          </p:cNvSpPr>
          <p:nvPr>
            <p:ph idx="1"/>
          </p:nvPr>
        </p:nvSpPr>
        <p:spPr>
          <a:xfrm>
            <a:off x="416307" y="2334585"/>
            <a:ext cx="4396494" cy="5059242"/>
          </a:xfrm>
        </p:spPr>
        <p:txBody>
          <a:bodyPr vert="horz" lIns="91440" tIns="45720" rIns="91440" bIns="45720" rtlCol="0" anchor="t">
            <a:normAutofit/>
          </a:bodyPr>
          <a:lstStyle/>
          <a:p>
            <a:r>
              <a:rPr lang="en-GB" sz="1600"/>
              <a:t>A pairwise Wilcoxon(with </a:t>
            </a:r>
            <a:r>
              <a:rPr lang="en-GB" sz="1600" err="1"/>
              <a:t>bonferroni</a:t>
            </a:r>
            <a:r>
              <a:rPr lang="en-GB" sz="1600"/>
              <a:t> correction) was chosen due to non-normal residuals.</a:t>
            </a:r>
          </a:p>
          <a:p>
            <a:r>
              <a:rPr lang="en-GB" sz="1600"/>
              <a:t>The test confirms that all three age groups differ significantly in relation to number of unique pieces.</a:t>
            </a:r>
          </a:p>
          <a:p>
            <a:pPr>
              <a:buClr>
                <a:srgbClr val="8AD0D6"/>
              </a:buClr>
            </a:pPr>
            <a:r>
              <a:rPr lang="en-GB" sz="1600"/>
              <a:t>Infant sets are the simplest with lower numbers of unique pieces, child sets have moderate numbers of unique pieces and teen/adult sets are the most complex.</a:t>
            </a:r>
          </a:p>
          <a:p>
            <a:pPr>
              <a:buClr>
                <a:srgbClr val="8AD0D6"/>
              </a:buClr>
            </a:pPr>
            <a:r>
              <a:rPr lang="en-GB" sz="1600"/>
              <a:t>The results are still significant even after the Bonferroni correction for multiple comparisons.</a:t>
            </a:r>
          </a:p>
        </p:txBody>
      </p:sp>
      <p:pic>
        <p:nvPicPr>
          <p:cNvPr id="5" name="Picture 4" descr="A red and white logo&#10;&#10;AI-generated content may be incorrect.">
            <a:extLst>
              <a:ext uri="{FF2B5EF4-FFF2-40B4-BE49-F238E27FC236}">
                <a16:creationId xmlns:a16="http://schemas.microsoft.com/office/drawing/2014/main" id="{BC89636A-0E61-53F7-4EC3-E3E160C6BDB8}"/>
              </a:ext>
            </a:extLst>
          </p:cNvPr>
          <p:cNvPicPr>
            <a:picLocks noChangeAspect="1"/>
          </p:cNvPicPr>
          <p:nvPr/>
        </p:nvPicPr>
        <p:blipFill>
          <a:blip r:embed="rId2"/>
          <a:stretch>
            <a:fillRect/>
          </a:stretch>
        </p:blipFill>
        <p:spPr>
          <a:xfrm>
            <a:off x="10295860" y="177209"/>
            <a:ext cx="974652" cy="549349"/>
          </a:xfrm>
          <a:prstGeom prst="rect">
            <a:avLst/>
          </a:prstGeom>
        </p:spPr>
      </p:pic>
      <p:sp>
        <p:nvSpPr>
          <p:cNvPr id="6" name="TextBox 5">
            <a:extLst>
              <a:ext uri="{FF2B5EF4-FFF2-40B4-BE49-F238E27FC236}">
                <a16:creationId xmlns:a16="http://schemas.microsoft.com/office/drawing/2014/main" id="{A3593281-4EC6-2CB5-D2F3-A1BAE56968E3}"/>
              </a:ext>
            </a:extLst>
          </p:cNvPr>
          <p:cNvSpPr txBox="1"/>
          <p:nvPr/>
        </p:nvSpPr>
        <p:spPr>
          <a:xfrm>
            <a:off x="4912957" y="6280421"/>
            <a:ext cx="6695722" cy="338554"/>
          </a:xfrm>
          <a:prstGeom prst="rect">
            <a:avLst/>
          </a:prstGeom>
          <a:noFill/>
        </p:spPr>
        <p:txBody>
          <a:bodyPr wrap="square" lIns="91440" tIns="45720" rIns="91440" bIns="45720" rtlCol="0" anchor="t">
            <a:spAutoFit/>
          </a:bodyPr>
          <a:lstStyle/>
          <a:p>
            <a:r>
              <a:rPr lang="en-GB" sz="1600"/>
              <a:t>Figure 20: Pairwise Wilcoxon results </a:t>
            </a:r>
            <a:endParaRPr lang="en-US" sz="1600"/>
          </a:p>
        </p:txBody>
      </p:sp>
      <p:sp>
        <p:nvSpPr>
          <p:cNvPr id="8" name="TextBox 7">
            <a:extLst>
              <a:ext uri="{FF2B5EF4-FFF2-40B4-BE49-F238E27FC236}">
                <a16:creationId xmlns:a16="http://schemas.microsoft.com/office/drawing/2014/main" id="{44E9673E-2794-D14C-1002-5BD9AED39AD0}"/>
              </a:ext>
            </a:extLst>
          </p:cNvPr>
          <p:cNvSpPr txBox="1"/>
          <p:nvPr/>
        </p:nvSpPr>
        <p:spPr>
          <a:xfrm>
            <a:off x="5181600" y="2504016"/>
            <a:ext cx="1828800" cy="1828800"/>
          </a:xfrm>
          <a:prstGeom prst="rect">
            <a:avLst/>
          </a:prstGeom>
          <a:noFill/>
        </p:spPr>
        <p:txBody>
          <a:bodyPr wrap="square" rtlCol="0">
            <a:spAutoFit/>
          </a:bodyPr>
          <a:lstStyle/>
          <a:p>
            <a:pPr algn="l"/>
            <a:endParaRPr lang="en-US"/>
          </a:p>
        </p:txBody>
      </p:sp>
      <p:sp>
        <p:nvSpPr>
          <p:cNvPr id="9" name="TextBox 8">
            <a:extLst>
              <a:ext uri="{FF2B5EF4-FFF2-40B4-BE49-F238E27FC236}">
                <a16:creationId xmlns:a16="http://schemas.microsoft.com/office/drawing/2014/main" id="{9B397B65-9E46-AEF9-20E4-7B379B405BF5}"/>
              </a:ext>
            </a:extLst>
          </p:cNvPr>
          <p:cNvSpPr txBox="1"/>
          <p:nvPr/>
        </p:nvSpPr>
        <p:spPr>
          <a:xfrm>
            <a:off x="563793" y="966992"/>
            <a:ext cx="9509818" cy="923330"/>
          </a:xfrm>
          <a:prstGeom prst="rect">
            <a:avLst/>
          </a:prstGeom>
          <a:noFill/>
        </p:spPr>
        <p:txBody>
          <a:bodyPr wrap="square" lIns="91440" tIns="45720" rIns="91440" bIns="45720" rtlCol="0" anchor="t">
            <a:spAutoFit/>
          </a:bodyPr>
          <a:lstStyle/>
          <a:p>
            <a:r>
              <a:rPr lang="en-GB"/>
              <a:t>Now that parametric and non-parametric tests have confirmed that there are differences in the groups, we decided to run a post hoc test to find out which groups differ.</a:t>
            </a:r>
          </a:p>
        </p:txBody>
      </p:sp>
      <p:sp>
        <p:nvSpPr>
          <p:cNvPr id="10" name="TextBox 9">
            <a:extLst>
              <a:ext uri="{FF2B5EF4-FFF2-40B4-BE49-F238E27FC236}">
                <a16:creationId xmlns:a16="http://schemas.microsoft.com/office/drawing/2014/main" id="{80D1E21B-7107-ED61-FEEC-4A267C52B9EF}"/>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1" name="TextBox 10">
            <a:extLst>
              <a:ext uri="{FF2B5EF4-FFF2-40B4-BE49-F238E27FC236}">
                <a16:creationId xmlns:a16="http://schemas.microsoft.com/office/drawing/2014/main" id="{0352FD73-896F-9304-0A9F-E790A65E7EA9}"/>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2" name="TextBox 11">
            <a:extLst>
              <a:ext uri="{FF2B5EF4-FFF2-40B4-BE49-F238E27FC236}">
                <a16:creationId xmlns:a16="http://schemas.microsoft.com/office/drawing/2014/main" id="{1732FFE2-C05C-111F-1898-0222F3D35ED3}"/>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graphicFrame>
        <p:nvGraphicFramePr>
          <p:cNvPr id="14" name="Table 13">
            <a:extLst>
              <a:ext uri="{FF2B5EF4-FFF2-40B4-BE49-F238E27FC236}">
                <a16:creationId xmlns:a16="http://schemas.microsoft.com/office/drawing/2014/main" id="{751C31B4-A00B-1699-CF89-5917F5429175}"/>
              </a:ext>
            </a:extLst>
          </p:cNvPr>
          <p:cNvGraphicFramePr>
            <a:graphicFrameLocks noGrp="1"/>
          </p:cNvGraphicFramePr>
          <p:nvPr>
            <p:extLst>
              <p:ext uri="{D42A27DB-BD31-4B8C-83A1-F6EECF244321}">
                <p14:modId xmlns:p14="http://schemas.microsoft.com/office/powerpoint/2010/main" val="2656895989"/>
              </p:ext>
            </p:extLst>
          </p:nvPr>
        </p:nvGraphicFramePr>
        <p:xfrm>
          <a:off x="4916465" y="2150301"/>
          <a:ext cx="6571062" cy="4042378"/>
        </p:xfrm>
        <a:graphic>
          <a:graphicData uri="http://schemas.openxmlformats.org/drawingml/2006/table">
            <a:tbl>
              <a:tblPr firstRow="1" bandRow="1">
                <a:tableStyleId>{5C22544A-7EE6-4342-B048-85BDC9FD1C3A}</a:tableStyleId>
              </a:tblPr>
              <a:tblGrid>
                <a:gridCol w="2190354">
                  <a:extLst>
                    <a:ext uri="{9D8B030D-6E8A-4147-A177-3AD203B41FA5}">
                      <a16:colId xmlns:a16="http://schemas.microsoft.com/office/drawing/2014/main" val="2835626811"/>
                    </a:ext>
                  </a:extLst>
                </a:gridCol>
                <a:gridCol w="2190354">
                  <a:extLst>
                    <a:ext uri="{9D8B030D-6E8A-4147-A177-3AD203B41FA5}">
                      <a16:colId xmlns:a16="http://schemas.microsoft.com/office/drawing/2014/main" val="432117774"/>
                    </a:ext>
                  </a:extLst>
                </a:gridCol>
                <a:gridCol w="2190354">
                  <a:extLst>
                    <a:ext uri="{9D8B030D-6E8A-4147-A177-3AD203B41FA5}">
                      <a16:colId xmlns:a16="http://schemas.microsoft.com/office/drawing/2014/main" val="1687553666"/>
                    </a:ext>
                  </a:extLst>
                </a:gridCol>
              </a:tblGrid>
              <a:tr h="954389">
                <a:tc>
                  <a:txBody>
                    <a:bodyPr/>
                    <a:lstStyle/>
                    <a:p>
                      <a:r>
                        <a:rPr lang="en-GB" sz="1600"/>
                        <a:t>Comparison</a:t>
                      </a:r>
                    </a:p>
                  </a:txBody>
                  <a:tcPr/>
                </a:tc>
                <a:tc>
                  <a:txBody>
                    <a:bodyPr/>
                    <a:lstStyle/>
                    <a:p>
                      <a:r>
                        <a:rPr lang="en-GB" sz="1600"/>
                        <a:t>p-value</a:t>
                      </a:r>
                    </a:p>
                  </a:txBody>
                  <a:tcPr/>
                </a:tc>
                <a:tc>
                  <a:txBody>
                    <a:bodyPr/>
                    <a:lstStyle/>
                    <a:p>
                      <a:r>
                        <a:rPr lang="en-GB" sz="1600"/>
                        <a:t>Interpretation</a:t>
                      </a:r>
                    </a:p>
                  </a:txBody>
                  <a:tcPr/>
                </a:tc>
                <a:extLst>
                  <a:ext uri="{0D108BD9-81ED-4DB2-BD59-A6C34878D82A}">
                    <a16:rowId xmlns:a16="http://schemas.microsoft.com/office/drawing/2014/main" val="841517888"/>
                  </a:ext>
                </a:extLst>
              </a:tr>
              <a:tr h="954389">
                <a:tc>
                  <a:txBody>
                    <a:bodyPr/>
                    <a:lstStyle/>
                    <a:p>
                      <a:r>
                        <a:rPr lang="en-GB" sz="1600"/>
                        <a:t>Child vs Infant</a:t>
                      </a:r>
                    </a:p>
                  </a:txBody>
                  <a:tcPr/>
                </a:tc>
                <a:tc>
                  <a:txBody>
                    <a:bodyPr/>
                    <a:lstStyle/>
                    <a:p>
                      <a:r>
                        <a:rPr lang="en-GB" sz="1600" b="1">
                          <a:solidFill>
                            <a:srgbClr val="7030A0"/>
                          </a:solidFill>
                        </a:rPr>
                        <a:t>&lt;2e-16</a:t>
                      </a:r>
                    </a:p>
                  </a:txBody>
                  <a:tcPr/>
                </a:tc>
                <a:tc>
                  <a:txBody>
                    <a:bodyPr/>
                    <a:lstStyle/>
                    <a:p>
                      <a:r>
                        <a:rPr lang="en-GB" sz="1600"/>
                        <a:t>Infant sets have fewer unique pieces than child sets</a:t>
                      </a:r>
                    </a:p>
                  </a:txBody>
                  <a:tcPr/>
                </a:tc>
                <a:extLst>
                  <a:ext uri="{0D108BD9-81ED-4DB2-BD59-A6C34878D82A}">
                    <a16:rowId xmlns:a16="http://schemas.microsoft.com/office/drawing/2014/main" val="554871450"/>
                  </a:ext>
                </a:extLst>
              </a:tr>
              <a:tr h="954389">
                <a:tc>
                  <a:txBody>
                    <a:bodyPr/>
                    <a:lstStyle/>
                    <a:p>
                      <a:r>
                        <a:rPr lang="en-GB" sz="1600"/>
                        <a:t>Teen/Adult vs Infant</a:t>
                      </a:r>
                    </a:p>
                  </a:txBody>
                  <a:tcPr/>
                </a:tc>
                <a:tc>
                  <a:txBody>
                    <a:bodyPr/>
                    <a:lstStyle/>
                    <a:p>
                      <a:r>
                        <a:rPr lang="en-GB" sz="1600" b="1">
                          <a:solidFill>
                            <a:srgbClr val="7030A0"/>
                          </a:solidFill>
                        </a:rPr>
                        <a:t>&lt;2e-16</a:t>
                      </a:r>
                    </a:p>
                  </a:txBody>
                  <a:tcPr/>
                </a:tc>
                <a:tc>
                  <a:txBody>
                    <a:bodyPr/>
                    <a:lstStyle/>
                    <a:p>
                      <a:r>
                        <a:rPr lang="en-GB" sz="1600"/>
                        <a:t>Teen/Adult sets have much more unique pieces than infant sets.</a:t>
                      </a:r>
                    </a:p>
                  </a:txBody>
                  <a:tcPr/>
                </a:tc>
                <a:extLst>
                  <a:ext uri="{0D108BD9-81ED-4DB2-BD59-A6C34878D82A}">
                    <a16:rowId xmlns:a16="http://schemas.microsoft.com/office/drawing/2014/main" val="1850021751"/>
                  </a:ext>
                </a:extLst>
              </a:tr>
              <a:tr h="954388">
                <a:tc>
                  <a:txBody>
                    <a:bodyPr/>
                    <a:lstStyle/>
                    <a:p>
                      <a:pPr lvl="0">
                        <a:buNone/>
                      </a:pPr>
                      <a:r>
                        <a:rPr lang="en-GB" sz="1600"/>
                        <a:t>Teen/Adult vs Child</a:t>
                      </a:r>
                    </a:p>
                  </a:txBody>
                  <a:tcPr/>
                </a:tc>
                <a:tc>
                  <a:txBody>
                    <a:bodyPr/>
                    <a:lstStyle/>
                    <a:p>
                      <a:pPr lvl="0">
                        <a:buNone/>
                      </a:pPr>
                      <a:r>
                        <a:rPr lang="en-GB" sz="1600" b="1">
                          <a:solidFill>
                            <a:srgbClr val="7030A0"/>
                          </a:solidFill>
                        </a:rPr>
                        <a:t>8.4e-14</a:t>
                      </a:r>
                    </a:p>
                  </a:txBody>
                  <a:tcPr/>
                </a:tc>
                <a:tc>
                  <a:txBody>
                    <a:bodyPr/>
                    <a:lstStyle/>
                    <a:p>
                      <a:pPr lvl="0">
                        <a:buNone/>
                      </a:pPr>
                      <a:r>
                        <a:rPr lang="en-GB" sz="1600"/>
                        <a:t>Child sets have significantly fewer unique pieces than teen/adult.</a:t>
                      </a:r>
                    </a:p>
                  </a:txBody>
                  <a:tcPr/>
                </a:tc>
                <a:extLst>
                  <a:ext uri="{0D108BD9-81ED-4DB2-BD59-A6C34878D82A}">
                    <a16:rowId xmlns:a16="http://schemas.microsoft.com/office/drawing/2014/main" val="3608357173"/>
                  </a:ext>
                </a:extLst>
              </a:tr>
            </a:tbl>
          </a:graphicData>
        </a:graphic>
      </p:graphicFrame>
    </p:spTree>
    <p:extLst>
      <p:ext uri="{BB962C8B-B14F-4D97-AF65-F5344CB8AC3E}">
        <p14:creationId xmlns:p14="http://schemas.microsoft.com/office/powerpoint/2010/main" val="188387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D05F-2415-355B-B65C-FED3240ECF92}"/>
              </a:ext>
            </a:extLst>
          </p:cNvPr>
          <p:cNvSpPr>
            <a:spLocks noGrp="1"/>
          </p:cNvSpPr>
          <p:nvPr>
            <p:ph type="title"/>
          </p:nvPr>
        </p:nvSpPr>
        <p:spPr>
          <a:xfrm>
            <a:off x="663810" y="312524"/>
            <a:ext cx="9509818" cy="420377"/>
          </a:xfrm>
        </p:spPr>
        <p:txBody>
          <a:bodyPr/>
          <a:lstStyle/>
          <a:p>
            <a:pPr>
              <a:spcBef>
                <a:spcPts val="1000"/>
              </a:spcBef>
            </a:pPr>
            <a:r>
              <a:rPr lang="en-GB" sz="2400" b="1"/>
              <a:t>Final stage of analysis: Fitting a Linear Model</a:t>
            </a:r>
            <a:endParaRPr lang="en-US" sz="2400" b="1"/>
          </a:p>
        </p:txBody>
      </p:sp>
      <p:sp>
        <p:nvSpPr>
          <p:cNvPr id="3" name="Content Placeholder 2">
            <a:extLst>
              <a:ext uri="{FF2B5EF4-FFF2-40B4-BE49-F238E27FC236}">
                <a16:creationId xmlns:a16="http://schemas.microsoft.com/office/drawing/2014/main" id="{B0EBB662-7F37-D63A-FFD4-B35966921DFF}"/>
              </a:ext>
            </a:extLst>
          </p:cNvPr>
          <p:cNvSpPr>
            <a:spLocks noGrp="1"/>
          </p:cNvSpPr>
          <p:nvPr>
            <p:ph idx="1"/>
          </p:nvPr>
        </p:nvSpPr>
        <p:spPr>
          <a:xfrm>
            <a:off x="444360" y="1711307"/>
            <a:ext cx="4396494" cy="4745479"/>
          </a:xfrm>
        </p:spPr>
        <p:txBody>
          <a:bodyPr vert="horz" lIns="91440" tIns="45720" rIns="91440" bIns="45720" rtlCol="0" anchor="t">
            <a:normAutofit fontScale="92500" lnSpcReduction="10000"/>
          </a:bodyPr>
          <a:lstStyle/>
          <a:p>
            <a:r>
              <a:rPr lang="en-GB" sz="1600"/>
              <a:t>From the given equation here we can see that the following correspond:</a:t>
            </a:r>
          </a:p>
          <a:p>
            <a:r>
              <a:rPr lang="en-GB" sz="1600"/>
              <a:t>Beta_0 is the intercept term in the model.  Intercept = -15.99, </a:t>
            </a:r>
            <a:r>
              <a:rPr lang="en-GB" sz="1600">
                <a:ea typeface="+mj-lt"/>
                <a:cs typeface="+mj-lt"/>
              </a:rPr>
              <a:t>At age 0 (not meaningful here, since data starts at 2), the expected mean unique pieces would be slightly negative.</a:t>
            </a:r>
            <a:endParaRPr lang="en-GB"/>
          </a:p>
          <a:p>
            <a:r>
              <a:rPr lang="en-GB" sz="1600"/>
              <a:t>Beta_1 is the slope parameter (</a:t>
            </a:r>
            <a:r>
              <a:rPr lang="en-GB" sz="1600">
                <a:ea typeface="+mj-lt"/>
                <a:cs typeface="+mj-lt"/>
              </a:rPr>
              <a:t>Slope = 19.90: For each additional year of age, the mean number of unique pieces increases by about 20.</a:t>
            </a:r>
            <a:endParaRPr lang="en-GB"/>
          </a:p>
          <a:p>
            <a:pPr>
              <a:buClr>
                <a:srgbClr val="8AD0D6"/>
              </a:buClr>
            </a:pPr>
            <a:r>
              <a:rPr lang="en-GB" sz="1600"/>
              <a:t> X_1 is the explanatory variable (age).</a:t>
            </a:r>
          </a:p>
          <a:p>
            <a:pPr>
              <a:buClr>
                <a:srgbClr val="8AD0D6"/>
              </a:buClr>
            </a:pPr>
            <a:r>
              <a:rPr lang="en-GB" sz="1600">
                <a:ea typeface="+mj-lt"/>
                <a:cs typeface="+mj-lt"/>
              </a:rPr>
              <a:t>The p-value is highly significant (p &lt; 2e-16): Age is a strong predictor of unique pieces overall.</a:t>
            </a:r>
            <a:endParaRPr lang="en-GB" sz="1600"/>
          </a:p>
          <a:p>
            <a:pPr>
              <a:buClr>
                <a:srgbClr val="8AD0D6"/>
              </a:buClr>
            </a:pPr>
            <a:r>
              <a:rPr lang="en-GB" sz="1600">
                <a:ea typeface="+mj-lt"/>
                <a:cs typeface="+mj-lt"/>
              </a:rPr>
              <a:t>#R² ≈ 0.26: Age explains about 26% of the variation. That’s decent, but it means there’s still a lot of variability not captured by a simple straight line.</a:t>
            </a:r>
            <a:endParaRPr lang="en-GB"/>
          </a:p>
        </p:txBody>
      </p:sp>
      <p:pic>
        <p:nvPicPr>
          <p:cNvPr id="5" name="Picture 4" descr="A red and white logo&#10;&#10;AI-generated content may be incorrect.">
            <a:extLst>
              <a:ext uri="{FF2B5EF4-FFF2-40B4-BE49-F238E27FC236}">
                <a16:creationId xmlns:a16="http://schemas.microsoft.com/office/drawing/2014/main" id="{BC89636A-0E61-53F7-4EC3-E3E160C6BDB8}"/>
              </a:ext>
            </a:extLst>
          </p:cNvPr>
          <p:cNvPicPr>
            <a:picLocks noChangeAspect="1"/>
          </p:cNvPicPr>
          <p:nvPr/>
        </p:nvPicPr>
        <p:blipFill>
          <a:blip r:embed="rId2"/>
          <a:stretch>
            <a:fillRect/>
          </a:stretch>
        </p:blipFill>
        <p:spPr>
          <a:xfrm>
            <a:off x="10295860" y="177209"/>
            <a:ext cx="974652" cy="549349"/>
          </a:xfrm>
          <a:prstGeom prst="rect">
            <a:avLst/>
          </a:prstGeom>
        </p:spPr>
      </p:pic>
      <p:sp>
        <p:nvSpPr>
          <p:cNvPr id="6" name="TextBox 5">
            <a:extLst>
              <a:ext uri="{FF2B5EF4-FFF2-40B4-BE49-F238E27FC236}">
                <a16:creationId xmlns:a16="http://schemas.microsoft.com/office/drawing/2014/main" id="{A3593281-4EC6-2CB5-D2F3-A1BAE56968E3}"/>
              </a:ext>
            </a:extLst>
          </p:cNvPr>
          <p:cNvSpPr txBox="1"/>
          <p:nvPr/>
        </p:nvSpPr>
        <p:spPr>
          <a:xfrm>
            <a:off x="5510869" y="2231167"/>
            <a:ext cx="6695722" cy="338554"/>
          </a:xfrm>
          <a:prstGeom prst="rect">
            <a:avLst/>
          </a:prstGeom>
          <a:noFill/>
        </p:spPr>
        <p:txBody>
          <a:bodyPr wrap="square" lIns="91440" tIns="45720" rIns="91440" bIns="45720" rtlCol="0" anchor="t">
            <a:spAutoFit/>
          </a:bodyPr>
          <a:lstStyle/>
          <a:p>
            <a:pPr algn="l"/>
            <a:r>
              <a:rPr lang="en-GB" sz="1600"/>
              <a:t>Figure 21: Equation for Linear Regression model.</a:t>
            </a:r>
            <a:endParaRPr lang="en-US" sz="1600"/>
          </a:p>
        </p:txBody>
      </p:sp>
      <p:sp>
        <p:nvSpPr>
          <p:cNvPr id="8" name="TextBox 7">
            <a:extLst>
              <a:ext uri="{FF2B5EF4-FFF2-40B4-BE49-F238E27FC236}">
                <a16:creationId xmlns:a16="http://schemas.microsoft.com/office/drawing/2014/main" id="{44E9673E-2794-D14C-1002-5BD9AED39AD0}"/>
              </a:ext>
            </a:extLst>
          </p:cNvPr>
          <p:cNvSpPr txBox="1"/>
          <p:nvPr/>
        </p:nvSpPr>
        <p:spPr>
          <a:xfrm>
            <a:off x="5181600" y="2504016"/>
            <a:ext cx="1828800" cy="1828800"/>
          </a:xfrm>
          <a:prstGeom prst="rect">
            <a:avLst/>
          </a:prstGeom>
          <a:noFill/>
        </p:spPr>
        <p:txBody>
          <a:bodyPr wrap="square" rtlCol="0">
            <a:spAutoFit/>
          </a:bodyPr>
          <a:lstStyle/>
          <a:p>
            <a:pPr algn="l"/>
            <a:endParaRPr lang="en-US"/>
          </a:p>
        </p:txBody>
      </p:sp>
      <p:sp>
        <p:nvSpPr>
          <p:cNvPr id="10" name="TextBox 9">
            <a:extLst>
              <a:ext uri="{FF2B5EF4-FFF2-40B4-BE49-F238E27FC236}">
                <a16:creationId xmlns:a16="http://schemas.microsoft.com/office/drawing/2014/main" id="{80D1E21B-7107-ED61-FEEC-4A267C52B9EF}"/>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1" name="TextBox 10">
            <a:extLst>
              <a:ext uri="{FF2B5EF4-FFF2-40B4-BE49-F238E27FC236}">
                <a16:creationId xmlns:a16="http://schemas.microsoft.com/office/drawing/2014/main" id="{0352FD73-896F-9304-0A9F-E790A65E7EA9}"/>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2" name="TextBox 11">
            <a:extLst>
              <a:ext uri="{FF2B5EF4-FFF2-40B4-BE49-F238E27FC236}">
                <a16:creationId xmlns:a16="http://schemas.microsoft.com/office/drawing/2014/main" id="{1732FFE2-C05C-111F-1898-0222F3D35ED3}"/>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7" name="TextBox 6">
            <a:extLst>
              <a:ext uri="{FF2B5EF4-FFF2-40B4-BE49-F238E27FC236}">
                <a16:creationId xmlns:a16="http://schemas.microsoft.com/office/drawing/2014/main" id="{C134AC5D-F74A-0609-8F3F-70DC75189A0D}"/>
              </a:ext>
            </a:extLst>
          </p:cNvPr>
          <p:cNvSpPr txBox="1"/>
          <p:nvPr/>
        </p:nvSpPr>
        <p:spPr>
          <a:xfrm>
            <a:off x="663810" y="869316"/>
            <a:ext cx="9035579" cy="646331"/>
          </a:xfrm>
          <a:prstGeom prst="rect">
            <a:avLst/>
          </a:prstGeom>
          <a:noFill/>
        </p:spPr>
        <p:txBody>
          <a:bodyPr wrap="square" lIns="91440" tIns="45720" rIns="91440" bIns="45720" rtlCol="0" anchor="t">
            <a:spAutoFit/>
          </a:bodyPr>
          <a:lstStyle/>
          <a:p>
            <a:pPr algn="l"/>
            <a:r>
              <a:rPr lang="en-GB"/>
              <a:t>In the Final stages of the analysis, we fitted a Linear Model to the variables Unique pieces and age following the standard format  of:</a:t>
            </a:r>
            <a:endParaRPr lang="en-US"/>
          </a:p>
        </p:txBody>
      </p:sp>
      <p:pic>
        <p:nvPicPr>
          <p:cNvPr id="13" name="Content Placeholder 3" descr="A graph with lines and numbers&#10;&#10;AI-generated content may be incorrect.">
            <a:extLst>
              <a:ext uri="{FF2B5EF4-FFF2-40B4-BE49-F238E27FC236}">
                <a16:creationId xmlns:a16="http://schemas.microsoft.com/office/drawing/2014/main" id="{DE723AB7-5AC2-331E-17EF-10F80966C2AA}"/>
              </a:ext>
            </a:extLst>
          </p:cNvPr>
          <p:cNvPicPr>
            <a:picLocks noChangeAspect="1"/>
          </p:cNvPicPr>
          <p:nvPr/>
        </p:nvPicPr>
        <p:blipFill>
          <a:blip r:embed="rId3"/>
          <a:stretch>
            <a:fillRect/>
          </a:stretch>
        </p:blipFill>
        <p:spPr>
          <a:xfrm>
            <a:off x="5424871" y="2565671"/>
            <a:ext cx="6582507" cy="3903010"/>
          </a:xfrm>
          <a:prstGeom prst="rect">
            <a:avLst/>
          </a:prstGeom>
        </p:spPr>
      </p:pic>
      <p:pic>
        <p:nvPicPr>
          <p:cNvPr id="14" name="Picture 13" descr="Video 1: Introduction to Simple Linear Regression">
            <a:extLst>
              <a:ext uri="{FF2B5EF4-FFF2-40B4-BE49-F238E27FC236}">
                <a16:creationId xmlns:a16="http://schemas.microsoft.com/office/drawing/2014/main" id="{1FF1EE49-26C6-A916-0368-1124072679A4}"/>
              </a:ext>
            </a:extLst>
          </p:cNvPr>
          <p:cNvPicPr>
            <a:picLocks noChangeAspect="1"/>
          </p:cNvPicPr>
          <p:nvPr/>
        </p:nvPicPr>
        <p:blipFill>
          <a:blip r:embed="rId4"/>
          <a:srcRect l="16478" t="23148" r="14706" b="56582"/>
          <a:stretch>
            <a:fillRect/>
          </a:stretch>
        </p:blipFill>
        <p:spPr>
          <a:xfrm>
            <a:off x="5508516" y="1715341"/>
            <a:ext cx="3026243" cy="514974"/>
          </a:xfrm>
          <a:prstGeom prst="rect">
            <a:avLst/>
          </a:prstGeom>
        </p:spPr>
      </p:pic>
      <p:sp>
        <p:nvSpPr>
          <p:cNvPr id="15" name="TextBox 14">
            <a:extLst>
              <a:ext uri="{FF2B5EF4-FFF2-40B4-BE49-F238E27FC236}">
                <a16:creationId xmlns:a16="http://schemas.microsoft.com/office/drawing/2014/main" id="{F6A947F7-9C01-B564-121A-733E0A29DAEF}"/>
              </a:ext>
            </a:extLst>
          </p:cNvPr>
          <p:cNvSpPr txBox="1"/>
          <p:nvPr/>
        </p:nvSpPr>
        <p:spPr>
          <a:xfrm>
            <a:off x="2338951" y="6292052"/>
            <a:ext cx="469030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Figure 22: </a:t>
            </a:r>
            <a:r>
              <a:rPr lang="en-GB" sz="1600" err="1"/>
              <a:t>QQplot</a:t>
            </a:r>
            <a:r>
              <a:rPr lang="en-GB" sz="1600"/>
              <a:t> for residuals                  </a:t>
            </a:r>
          </a:p>
        </p:txBody>
      </p:sp>
    </p:spTree>
    <p:extLst>
      <p:ext uri="{BB962C8B-B14F-4D97-AF65-F5344CB8AC3E}">
        <p14:creationId xmlns:p14="http://schemas.microsoft.com/office/powerpoint/2010/main" val="1212696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D05F-2415-355B-B65C-FED3240ECF92}"/>
              </a:ext>
            </a:extLst>
          </p:cNvPr>
          <p:cNvSpPr>
            <a:spLocks noGrp="1"/>
          </p:cNvSpPr>
          <p:nvPr>
            <p:ph type="title"/>
          </p:nvPr>
        </p:nvSpPr>
        <p:spPr>
          <a:xfrm>
            <a:off x="786042" y="95990"/>
            <a:ext cx="9509818" cy="420377"/>
          </a:xfrm>
        </p:spPr>
        <p:txBody>
          <a:bodyPr/>
          <a:lstStyle/>
          <a:p>
            <a:pPr>
              <a:spcBef>
                <a:spcPts val="1000"/>
              </a:spcBef>
            </a:pPr>
            <a:r>
              <a:rPr lang="en-GB" sz="2400" b="1"/>
              <a:t>Final stage of analysis: Linear Model interpretations</a:t>
            </a:r>
            <a:br>
              <a:rPr lang="en-GB" sz="2400" b="1"/>
            </a:br>
            <a:endParaRPr lang="en-US" sz="2400" b="1"/>
          </a:p>
        </p:txBody>
      </p:sp>
      <p:sp>
        <p:nvSpPr>
          <p:cNvPr id="3" name="Content Placeholder 2">
            <a:extLst>
              <a:ext uri="{FF2B5EF4-FFF2-40B4-BE49-F238E27FC236}">
                <a16:creationId xmlns:a16="http://schemas.microsoft.com/office/drawing/2014/main" id="{B0EBB662-7F37-D63A-FFD4-B35966921DFF}"/>
              </a:ext>
            </a:extLst>
          </p:cNvPr>
          <p:cNvSpPr>
            <a:spLocks noGrp="1"/>
          </p:cNvSpPr>
          <p:nvPr>
            <p:ph idx="1"/>
          </p:nvPr>
        </p:nvSpPr>
        <p:spPr>
          <a:xfrm>
            <a:off x="422657" y="1563304"/>
            <a:ext cx="4396494" cy="5059242"/>
          </a:xfrm>
        </p:spPr>
        <p:txBody>
          <a:bodyPr>
            <a:normAutofit/>
          </a:bodyPr>
          <a:lstStyle/>
          <a:p>
            <a:r>
              <a:rPr lang="en-GB" sz="1600"/>
              <a:t>Figure 24 illustrates a positive linear relationship between age groups and number of unique pieces. The slope indicates that the older individuals have more unique pieces cementing the hypothesis posed in previous slides.</a:t>
            </a:r>
          </a:p>
          <a:p>
            <a:r>
              <a:rPr lang="en-GB" sz="1600"/>
              <a:t>The plot shows that data points have substantial individual variability within their respective age groups, reinforcing the </a:t>
            </a:r>
            <a:r>
              <a:rPr lang="en-GB" sz="1600" err="1"/>
              <a:t>heteroscedascity</a:t>
            </a:r>
            <a:r>
              <a:rPr lang="en-GB" sz="1600"/>
              <a:t> seen in slide 29.</a:t>
            </a:r>
          </a:p>
          <a:p>
            <a:r>
              <a:rPr lang="en-GB" sz="1600"/>
              <a:t>It should be noted that the wide substantial individual variability with age suggests that age alone is not a good explanatory variable for unique pieces but is an excellent foundation. For further work other variables like price and year should be considered an analysed. </a:t>
            </a:r>
          </a:p>
        </p:txBody>
      </p:sp>
      <p:pic>
        <p:nvPicPr>
          <p:cNvPr id="5" name="Picture 4" descr="A red and white logo&#10;&#10;AI-generated content may be incorrect.">
            <a:extLst>
              <a:ext uri="{FF2B5EF4-FFF2-40B4-BE49-F238E27FC236}">
                <a16:creationId xmlns:a16="http://schemas.microsoft.com/office/drawing/2014/main" id="{BC89636A-0E61-53F7-4EC3-E3E160C6BDB8}"/>
              </a:ext>
            </a:extLst>
          </p:cNvPr>
          <p:cNvPicPr>
            <a:picLocks noChangeAspect="1"/>
          </p:cNvPicPr>
          <p:nvPr/>
        </p:nvPicPr>
        <p:blipFill>
          <a:blip r:embed="rId2"/>
          <a:stretch>
            <a:fillRect/>
          </a:stretch>
        </p:blipFill>
        <p:spPr>
          <a:xfrm>
            <a:off x="10295860" y="177209"/>
            <a:ext cx="974652" cy="549349"/>
          </a:xfrm>
          <a:prstGeom prst="rect">
            <a:avLst/>
          </a:prstGeom>
        </p:spPr>
      </p:pic>
      <p:sp>
        <p:nvSpPr>
          <p:cNvPr id="6" name="TextBox 5">
            <a:extLst>
              <a:ext uri="{FF2B5EF4-FFF2-40B4-BE49-F238E27FC236}">
                <a16:creationId xmlns:a16="http://schemas.microsoft.com/office/drawing/2014/main" id="{A3593281-4EC6-2CB5-D2F3-A1BAE56968E3}"/>
              </a:ext>
            </a:extLst>
          </p:cNvPr>
          <p:cNvSpPr txBox="1"/>
          <p:nvPr/>
        </p:nvSpPr>
        <p:spPr>
          <a:xfrm>
            <a:off x="4819151" y="6131895"/>
            <a:ext cx="6695722" cy="338554"/>
          </a:xfrm>
          <a:prstGeom prst="rect">
            <a:avLst/>
          </a:prstGeom>
          <a:noFill/>
        </p:spPr>
        <p:txBody>
          <a:bodyPr wrap="square" lIns="91440" tIns="45720" rIns="91440" bIns="45720" rtlCol="0" anchor="t">
            <a:spAutoFit/>
          </a:bodyPr>
          <a:lstStyle/>
          <a:p>
            <a:pPr algn="l"/>
            <a:r>
              <a:rPr lang="en-GB" sz="1600"/>
              <a:t>Figure 23: Linear Regression graphical output.</a:t>
            </a:r>
            <a:endParaRPr lang="en-US" sz="1600"/>
          </a:p>
        </p:txBody>
      </p:sp>
      <p:sp>
        <p:nvSpPr>
          <p:cNvPr id="8" name="TextBox 7">
            <a:extLst>
              <a:ext uri="{FF2B5EF4-FFF2-40B4-BE49-F238E27FC236}">
                <a16:creationId xmlns:a16="http://schemas.microsoft.com/office/drawing/2014/main" id="{44E9673E-2794-D14C-1002-5BD9AED39AD0}"/>
              </a:ext>
            </a:extLst>
          </p:cNvPr>
          <p:cNvSpPr txBox="1"/>
          <p:nvPr/>
        </p:nvSpPr>
        <p:spPr>
          <a:xfrm>
            <a:off x="5181600" y="2504016"/>
            <a:ext cx="1828800" cy="1828800"/>
          </a:xfrm>
          <a:prstGeom prst="rect">
            <a:avLst/>
          </a:prstGeom>
          <a:noFill/>
        </p:spPr>
        <p:txBody>
          <a:bodyPr wrap="square" rtlCol="0">
            <a:spAutoFit/>
          </a:bodyPr>
          <a:lstStyle/>
          <a:p>
            <a:pPr algn="l"/>
            <a:endParaRPr lang="en-US"/>
          </a:p>
        </p:txBody>
      </p:sp>
      <p:sp>
        <p:nvSpPr>
          <p:cNvPr id="10" name="TextBox 9">
            <a:extLst>
              <a:ext uri="{FF2B5EF4-FFF2-40B4-BE49-F238E27FC236}">
                <a16:creationId xmlns:a16="http://schemas.microsoft.com/office/drawing/2014/main" id="{80D1E21B-7107-ED61-FEEC-4A267C52B9EF}"/>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1" name="TextBox 10">
            <a:extLst>
              <a:ext uri="{FF2B5EF4-FFF2-40B4-BE49-F238E27FC236}">
                <a16:creationId xmlns:a16="http://schemas.microsoft.com/office/drawing/2014/main" id="{0352FD73-896F-9304-0A9F-E790A65E7EA9}"/>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2" name="TextBox 11">
            <a:extLst>
              <a:ext uri="{FF2B5EF4-FFF2-40B4-BE49-F238E27FC236}">
                <a16:creationId xmlns:a16="http://schemas.microsoft.com/office/drawing/2014/main" id="{1732FFE2-C05C-111F-1898-0222F3D35ED3}"/>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pic>
        <p:nvPicPr>
          <p:cNvPr id="4" name="Picture 3">
            <a:extLst>
              <a:ext uri="{FF2B5EF4-FFF2-40B4-BE49-F238E27FC236}">
                <a16:creationId xmlns:a16="http://schemas.microsoft.com/office/drawing/2014/main" id="{131B1951-E921-C84B-8F51-6DE67C63F6EE}"/>
              </a:ext>
            </a:extLst>
          </p:cNvPr>
          <p:cNvPicPr>
            <a:picLocks noChangeAspect="1"/>
          </p:cNvPicPr>
          <p:nvPr/>
        </p:nvPicPr>
        <p:blipFill>
          <a:blip r:embed="rId3"/>
          <a:stretch>
            <a:fillRect/>
          </a:stretch>
        </p:blipFill>
        <p:spPr>
          <a:xfrm>
            <a:off x="4924985" y="2031010"/>
            <a:ext cx="6935610" cy="4123831"/>
          </a:xfrm>
          <a:prstGeom prst="rect">
            <a:avLst/>
          </a:prstGeom>
        </p:spPr>
      </p:pic>
      <p:sp>
        <p:nvSpPr>
          <p:cNvPr id="7" name="TextBox 6">
            <a:extLst>
              <a:ext uri="{FF2B5EF4-FFF2-40B4-BE49-F238E27FC236}">
                <a16:creationId xmlns:a16="http://schemas.microsoft.com/office/drawing/2014/main" id="{C134AC5D-F74A-0609-8F3F-70DC75189A0D}"/>
              </a:ext>
            </a:extLst>
          </p:cNvPr>
          <p:cNvSpPr txBox="1"/>
          <p:nvPr/>
        </p:nvSpPr>
        <p:spPr>
          <a:xfrm>
            <a:off x="786042" y="703159"/>
            <a:ext cx="9035579" cy="646331"/>
          </a:xfrm>
          <a:prstGeom prst="rect">
            <a:avLst/>
          </a:prstGeom>
          <a:noFill/>
        </p:spPr>
        <p:txBody>
          <a:bodyPr wrap="square" rtlCol="0">
            <a:spAutoFit/>
          </a:bodyPr>
          <a:lstStyle/>
          <a:p>
            <a:pPr algn="l"/>
            <a:r>
              <a:rPr lang="en-GB"/>
              <a:t>In the Final stages of the analysis we fitted a Linear Model to the variables now we can interpret the graphical output below:</a:t>
            </a:r>
            <a:endParaRPr lang="en-US"/>
          </a:p>
        </p:txBody>
      </p:sp>
    </p:spTree>
    <p:extLst>
      <p:ext uri="{BB962C8B-B14F-4D97-AF65-F5344CB8AC3E}">
        <p14:creationId xmlns:p14="http://schemas.microsoft.com/office/powerpoint/2010/main" val="1536323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43A86-AB72-A850-244E-661D0DB8D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D136C-9B6C-9766-875C-E9FBE6E4D785}"/>
              </a:ext>
            </a:extLst>
          </p:cNvPr>
          <p:cNvSpPr>
            <a:spLocks noGrp="1"/>
          </p:cNvSpPr>
          <p:nvPr>
            <p:ph type="title"/>
          </p:nvPr>
        </p:nvSpPr>
        <p:spPr>
          <a:xfrm>
            <a:off x="786042" y="95990"/>
            <a:ext cx="9509818" cy="420377"/>
          </a:xfrm>
        </p:spPr>
        <p:txBody>
          <a:bodyPr/>
          <a:lstStyle/>
          <a:p>
            <a:pPr>
              <a:spcBef>
                <a:spcPts val="1000"/>
              </a:spcBef>
            </a:pPr>
            <a:r>
              <a:rPr lang="en-GB" sz="2400" b="1"/>
              <a:t>Linear Regression – Testing two-main Assumptions</a:t>
            </a:r>
            <a:endParaRPr lang="en-US" sz="2400" b="1"/>
          </a:p>
        </p:txBody>
      </p:sp>
      <p:sp>
        <p:nvSpPr>
          <p:cNvPr id="3" name="Content Placeholder 2">
            <a:extLst>
              <a:ext uri="{FF2B5EF4-FFF2-40B4-BE49-F238E27FC236}">
                <a16:creationId xmlns:a16="http://schemas.microsoft.com/office/drawing/2014/main" id="{1666EAC9-7C45-3FDD-B683-8EE335681B7E}"/>
              </a:ext>
            </a:extLst>
          </p:cNvPr>
          <p:cNvSpPr>
            <a:spLocks noGrp="1"/>
          </p:cNvSpPr>
          <p:nvPr>
            <p:ph idx="1"/>
          </p:nvPr>
        </p:nvSpPr>
        <p:spPr>
          <a:xfrm>
            <a:off x="416306" y="1676969"/>
            <a:ext cx="11235943" cy="5059242"/>
          </a:xfrm>
        </p:spPr>
        <p:txBody>
          <a:bodyPr vert="horz" lIns="91440" tIns="45720" rIns="91440" bIns="45720" rtlCol="0" anchor="t">
            <a:normAutofit/>
          </a:bodyPr>
          <a:lstStyle/>
          <a:p>
            <a:endParaRPr lang="en-GB" sz="1600"/>
          </a:p>
          <a:p>
            <a:endParaRPr lang="en-GB" sz="1600"/>
          </a:p>
        </p:txBody>
      </p:sp>
      <p:pic>
        <p:nvPicPr>
          <p:cNvPr id="5" name="Picture 4" descr="A red and white logo&#10;&#10;AI-generated content may be incorrect.">
            <a:extLst>
              <a:ext uri="{FF2B5EF4-FFF2-40B4-BE49-F238E27FC236}">
                <a16:creationId xmlns:a16="http://schemas.microsoft.com/office/drawing/2014/main" id="{429AA7CB-13BF-6D3A-5B7E-511573C75932}"/>
              </a:ext>
            </a:extLst>
          </p:cNvPr>
          <p:cNvPicPr>
            <a:picLocks noChangeAspect="1"/>
          </p:cNvPicPr>
          <p:nvPr/>
        </p:nvPicPr>
        <p:blipFill>
          <a:blip r:embed="rId2"/>
          <a:stretch>
            <a:fillRect/>
          </a:stretch>
        </p:blipFill>
        <p:spPr>
          <a:xfrm>
            <a:off x="10295860" y="177209"/>
            <a:ext cx="974652" cy="549349"/>
          </a:xfrm>
          <a:prstGeom prst="rect">
            <a:avLst/>
          </a:prstGeom>
        </p:spPr>
      </p:pic>
      <p:sp>
        <p:nvSpPr>
          <p:cNvPr id="8" name="TextBox 7">
            <a:extLst>
              <a:ext uri="{FF2B5EF4-FFF2-40B4-BE49-F238E27FC236}">
                <a16:creationId xmlns:a16="http://schemas.microsoft.com/office/drawing/2014/main" id="{0B6EA597-1675-86D4-2E3A-EFF963FF0EBA}"/>
              </a:ext>
            </a:extLst>
          </p:cNvPr>
          <p:cNvSpPr txBox="1"/>
          <p:nvPr/>
        </p:nvSpPr>
        <p:spPr>
          <a:xfrm>
            <a:off x="5181600" y="2504016"/>
            <a:ext cx="1828800" cy="1828800"/>
          </a:xfrm>
          <a:prstGeom prst="rect">
            <a:avLst/>
          </a:prstGeom>
          <a:noFill/>
        </p:spPr>
        <p:txBody>
          <a:bodyPr wrap="square" rtlCol="0">
            <a:spAutoFit/>
          </a:bodyPr>
          <a:lstStyle/>
          <a:p>
            <a:pPr algn="l"/>
            <a:endParaRPr lang="en-US"/>
          </a:p>
        </p:txBody>
      </p:sp>
      <p:sp>
        <p:nvSpPr>
          <p:cNvPr id="10" name="TextBox 9">
            <a:extLst>
              <a:ext uri="{FF2B5EF4-FFF2-40B4-BE49-F238E27FC236}">
                <a16:creationId xmlns:a16="http://schemas.microsoft.com/office/drawing/2014/main" id="{DB27ABE0-114E-9F8D-1167-2108621A45F3}"/>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1" name="TextBox 10">
            <a:extLst>
              <a:ext uri="{FF2B5EF4-FFF2-40B4-BE49-F238E27FC236}">
                <a16:creationId xmlns:a16="http://schemas.microsoft.com/office/drawing/2014/main" id="{8D0CE187-C4F4-7D41-0B6E-16B177041FB1}"/>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2" name="TextBox 11">
            <a:extLst>
              <a:ext uri="{FF2B5EF4-FFF2-40B4-BE49-F238E27FC236}">
                <a16:creationId xmlns:a16="http://schemas.microsoft.com/office/drawing/2014/main" id="{CDA7AF62-1D16-44A0-1A14-251F9ABB42EE}"/>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4" name="TextBox 3">
            <a:extLst>
              <a:ext uri="{FF2B5EF4-FFF2-40B4-BE49-F238E27FC236}">
                <a16:creationId xmlns:a16="http://schemas.microsoft.com/office/drawing/2014/main" id="{78A48FAC-DBD1-C34C-B974-FEEF62B1F3F2}"/>
              </a:ext>
            </a:extLst>
          </p:cNvPr>
          <p:cNvSpPr txBox="1"/>
          <p:nvPr/>
        </p:nvSpPr>
        <p:spPr>
          <a:xfrm>
            <a:off x="273537" y="1211384"/>
            <a:ext cx="277283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Normality of Residuals</a:t>
            </a:r>
          </a:p>
        </p:txBody>
      </p:sp>
      <p:sp>
        <p:nvSpPr>
          <p:cNvPr id="6" name="TextBox 5">
            <a:extLst>
              <a:ext uri="{FF2B5EF4-FFF2-40B4-BE49-F238E27FC236}">
                <a16:creationId xmlns:a16="http://schemas.microsoft.com/office/drawing/2014/main" id="{81B1F5D9-6AF9-C50F-6761-02E65C6EC4BD}"/>
              </a:ext>
            </a:extLst>
          </p:cNvPr>
          <p:cNvSpPr txBox="1"/>
          <p:nvPr/>
        </p:nvSpPr>
        <p:spPr>
          <a:xfrm>
            <a:off x="245728" y="3882592"/>
            <a:ext cx="53729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FFFF"/>
                </a:solidFill>
                <a:latin typeface="Century Gothic"/>
              </a:rPr>
              <a:t>Constant Variance</a:t>
            </a:r>
            <a:endParaRPr lang="en-US" b="1"/>
          </a:p>
          <a:p>
            <a:pPr algn="ctr"/>
            <a:endParaRPr lang="en-US"/>
          </a:p>
        </p:txBody>
      </p:sp>
      <p:sp>
        <p:nvSpPr>
          <p:cNvPr id="7" name="TextBox 6">
            <a:extLst>
              <a:ext uri="{FF2B5EF4-FFF2-40B4-BE49-F238E27FC236}">
                <a16:creationId xmlns:a16="http://schemas.microsoft.com/office/drawing/2014/main" id="{8E3015E2-56CA-0DB8-F8FB-0D01C6B97CD4}"/>
              </a:ext>
            </a:extLst>
          </p:cNvPr>
          <p:cNvSpPr txBox="1"/>
          <p:nvPr/>
        </p:nvSpPr>
        <p:spPr>
          <a:xfrm>
            <a:off x="277603" y="1580191"/>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Using Durbin-Watson test to check independence.</a:t>
            </a:r>
          </a:p>
          <a:p>
            <a:pPr algn="ctr"/>
            <a:endParaRPr lang="en-US"/>
          </a:p>
        </p:txBody>
      </p:sp>
      <p:sp>
        <p:nvSpPr>
          <p:cNvPr id="13" name="TextBox 12">
            <a:extLst>
              <a:ext uri="{FF2B5EF4-FFF2-40B4-BE49-F238E27FC236}">
                <a16:creationId xmlns:a16="http://schemas.microsoft.com/office/drawing/2014/main" id="{1520D9EE-7FAB-86E4-12C8-AB6EC695EE7E}"/>
              </a:ext>
            </a:extLst>
          </p:cNvPr>
          <p:cNvSpPr txBox="1"/>
          <p:nvPr/>
        </p:nvSpPr>
        <p:spPr>
          <a:xfrm>
            <a:off x="6520069" y="1236841"/>
            <a:ext cx="542991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ea typeface="+mn-lt"/>
                <a:cs typeface="+mn-lt"/>
              </a:rPr>
              <a:t>Test Results:</a:t>
            </a:r>
          </a:p>
          <a:p>
            <a:endParaRPr lang="en-US" b="1" u="sng">
              <a:ea typeface="+mn-lt"/>
              <a:cs typeface="+mn-lt"/>
            </a:endParaRPr>
          </a:p>
          <a:p>
            <a:r>
              <a:rPr lang="en-US">
                <a:ea typeface="+mn-lt"/>
                <a:cs typeface="+mn-lt"/>
              </a:rPr>
              <a:t>The Durbin-Watson test score is 1.0971, hence, the linear regression has a positive autocorrelation. </a:t>
            </a:r>
            <a:endParaRPr lang="en-US"/>
          </a:p>
          <a:p>
            <a:endParaRPr lang="en-US">
              <a:ea typeface="+mn-lt"/>
              <a:cs typeface="+mn-lt"/>
            </a:endParaRPr>
          </a:p>
          <a:p>
            <a:r>
              <a:rPr lang="en-US">
                <a:ea typeface="+mn-lt"/>
                <a:cs typeface="+mn-lt"/>
              </a:rPr>
              <a:t>The P-values for both the Durbin-Watson and the Breusch-Pagan tests are less than 0.05, indicating that the test is significant at 5% level.</a:t>
            </a:r>
            <a:endParaRPr lang="en-US"/>
          </a:p>
          <a:p>
            <a:endParaRPr lang="en-US">
              <a:ea typeface="+mn-lt"/>
              <a:cs typeface="+mn-lt"/>
            </a:endParaRPr>
          </a:p>
          <a:p>
            <a:r>
              <a:rPr lang="en-US">
                <a:ea typeface="+mn-lt"/>
                <a:cs typeface="+mn-lt"/>
              </a:rPr>
              <a:t>This means that as Ages recommendation for the Lego set increases, the number of unique pieces will also increase. However, there is an uneven spread of variability between ages and unique pieces present in the dataset. </a:t>
            </a:r>
            <a:endParaRPr lang="en-US"/>
          </a:p>
          <a:p>
            <a:endParaRPr lang="en-US"/>
          </a:p>
        </p:txBody>
      </p:sp>
      <p:pic>
        <p:nvPicPr>
          <p:cNvPr id="14" name="Picture 13" descr="A black text on a white background&#10;&#10;AI-generated content may be incorrect.">
            <a:extLst>
              <a:ext uri="{FF2B5EF4-FFF2-40B4-BE49-F238E27FC236}">
                <a16:creationId xmlns:a16="http://schemas.microsoft.com/office/drawing/2014/main" id="{CF7EA30E-F3F3-1C4A-B5E4-D65456BC5A3C}"/>
              </a:ext>
            </a:extLst>
          </p:cNvPr>
          <p:cNvPicPr>
            <a:picLocks noChangeAspect="1"/>
          </p:cNvPicPr>
          <p:nvPr/>
        </p:nvPicPr>
        <p:blipFill>
          <a:blip r:embed="rId3"/>
          <a:stretch>
            <a:fillRect/>
          </a:stretch>
        </p:blipFill>
        <p:spPr>
          <a:xfrm>
            <a:off x="317072" y="2075229"/>
            <a:ext cx="5861540" cy="1310544"/>
          </a:xfrm>
          <a:prstGeom prst="rect">
            <a:avLst/>
          </a:prstGeom>
        </p:spPr>
      </p:pic>
      <p:sp>
        <p:nvSpPr>
          <p:cNvPr id="15" name="TextBox 14">
            <a:extLst>
              <a:ext uri="{FF2B5EF4-FFF2-40B4-BE49-F238E27FC236}">
                <a16:creationId xmlns:a16="http://schemas.microsoft.com/office/drawing/2014/main" id="{564B41A8-ED87-00C1-351A-EAAC6EE0095E}"/>
              </a:ext>
            </a:extLst>
          </p:cNvPr>
          <p:cNvSpPr txBox="1"/>
          <p:nvPr/>
        </p:nvSpPr>
        <p:spPr>
          <a:xfrm>
            <a:off x="-100117" y="4210539"/>
            <a:ext cx="5461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mn-lt"/>
                <a:cs typeface="+mn-lt"/>
              </a:rPr>
              <a:t>Breusch-Pagan test for constant Variance</a:t>
            </a:r>
            <a:endParaRPr lang="en-US"/>
          </a:p>
        </p:txBody>
      </p:sp>
      <p:pic>
        <p:nvPicPr>
          <p:cNvPr id="16" name="Picture 15" descr="A close-up of a number&#10;&#10;AI-generated content may be incorrect.">
            <a:extLst>
              <a:ext uri="{FF2B5EF4-FFF2-40B4-BE49-F238E27FC236}">
                <a16:creationId xmlns:a16="http://schemas.microsoft.com/office/drawing/2014/main" id="{50498151-6C2F-2DEC-E612-6DE87DFF1262}"/>
              </a:ext>
            </a:extLst>
          </p:cNvPr>
          <p:cNvPicPr>
            <a:picLocks noChangeAspect="1"/>
          </p:cNvPicPr>
          <p:nvPr/>
        </p:nvPicPr>
        <p:blipFill>
          <a:blip r:embed="rId4"/>
          <a:stretch>
            <a:fillRect/>
          </a:stretch>
        </p:blipFill>
        <p:spPr>
          <a:xfrm>
            <a:off x="276958" y="4751510"/>
            <a:ext cx="5761500" cy="916257"/>
          </a:xfrm>
          <a:prstGeom prst="rect">
            <a:avLst/>
          </a:prstGeom>
        </p:spPr>
      </p:pic>
      <p:sp>
        <p:nvSpPr>
          <p:cNvPr id="17" name="TextBox 16">
            <a:extLst>
              <a:ext uri="{FF2B5EF4-FFF2-40B4-BE49-F238E27FC236}">
                <a16:creationId xmlns:a16="http://schemas.microsoft.com/office/drawing/2014/main" id="{1EFD7DB1-5485-BFB4-DFDD-A1272B7D252D}"/>
              </a:ext>
            </a:extLst>
          </p:cNvPr>
          <p:cNvSpPr txBox="1"/>
          <p:nvPr/>
        </p:nvSpPr>
        <p:spPr>
          <a:xfrm>
            <a:off x="272541" y="3390066"/>
            <a:ext cx="60960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aseline="0">
                <a:solidFill>
                  <a:srgbClr val="FFFFFF"/>
                </a:solidFill>
                <a:latin typeface="Century Gothic"/>
              </a:rPr>
              <a:t>Figure </a:t>
            </a:r>
            <a:r>
              <a:rPr lang="en-GB" sz="1600">
                <a:solidFill>
                  <a:srgbClr val="FFFFFF"/>
                </a:solidFill>
                <a:latin typeface="Century Gothic"/>
              </a:rPr>
              <a:t>24</a:t>
            </a:r>
            <a:r>
              <a:rPr lang="en-GB" sz="1600" baseline="0">
                <a:solidFill>
                  <a:srgbClr val="FFFFFF"/>
                </a:solidFill>
                <a:latin typeface="Century Gothic"/>
              </a:rPr>
              <a:t>: </a:t>
            </a:r>
            <a:r>
              <a:rPr lang="en-GB" sz="1600">
                <a:solidFill>
                  <a:srgbClr val="FFFFFF"/>
                </a:solidFill>
                <a:latin typeface="Century Gothic"/>
              </a:rPr>
              <a:t>Durbin-Watson test output</a:t>
            </a:r>
            <a:r>
              <a:rPr lang="en-GB" sz="1600" baseline="0">
                <a:solidFill>
                  <a:srgbClr val="FFFFFF"/>
                </a:solidFill>
                <a:latin typeface="Century Gothic"/>
              </a:rPr>
              <a:t>.</a:t>
            </a:r>
            <a:r>
              <a:rPr sz="1600">
                <a:latin typeface="Century Gothic"/>
                <a:ea typeface="Century Gothic"/>
                <a:cs typeface="Century Gothic"/>
              </a:rPr>
              <a:t>​</a:t>
            </a:r>
            <a:endParaRPr lang="en-US"/>
          </a:p>
          <a:p>
            <a:pPr algn="ctr"/>
            <a:endParaRPr lang="en-US"/>
          </a:p>
        </p:txBody>
      </p:sp>
      <p:sp>
        <p:nvSpPr>
          <p:cNvPr id="18" name="TextBox 17">
            <a:extLst>
              <a:ext uri="{FF2B5EF4-FFF2-40B4-BE49-F238E27FC236}">
                <a16:creationId xmlns:a16="http://schemas.microsoft.com/office/drawing/2014/main" id="{477D6BCB-BFDD-871C-1793-787A8FFF8684}"/>
              </a:ext>
            </a:extLst>
          </p:cNvPr>
          <p:cNvSpPr txBox="1"/>
          <p:nvPr/>
        </p:nvSpPr>
        <p:spPr>
          <a:xfrm>
            <a:off x="200234" y="5670503"/>
            <a:ext cx="60960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aseline="0">
                <a:solidFill>
                  <a:srgbClr val="FFFFFF"/>
                </a:solidFill>
                <a:latin typeface="Century Gothic"/>
              </a:rPr>
              <a:t>Figure </a:t>
            </a:r>
            <a:r>
              <a:rPr lang="en-GB" sz="1600">
                <a:solidFill>
                  <a:srgbClr val="FFFFFF"/>
                </a:solidFill>
                <a:latin typeface="Century Gothic"/>
              </a:rPr>
              <a:t>25</a:t>
            </a:r>
            <a:r>
              <a:rPr lang="en-GB" sz="1600" baseline="0">
                <a:solidFill>
                  <a:srgbClr val="FFFFFF"/>
                </a:solidFill>
                <a:latin typeface="Century Gothic"/>
              </a:rPr>
              <a:t>: </a:t>
            </a:r>
            <a:r>
              <a:rPr lang="en-GB" sz="1600">
                <a:solidFill>
                  <a:srgbClr val="FFFFFF"/>
                </a:solidFill>
                <a:latin typeface="Century Gothic"/>
              </a:rPr>
              <a:t>Breusch-Pagan test</a:t>
            </a:r>
            <a:r>
              <a:rPr lang="en-GB" sz="1600" baseline="0">
                <a:solidFill>
                  <a:srgbClr val="FFFFFF"/>
                </a:solidFill>
                <a:latin typeface="Century Gothic"/>
              </a:rPr>
              <a:t> output.</a:t>
            </a:r>
            <a:r>
              <a:rPr lang="en-US" sz="1600" baseline="0">
                <a:solidFill>
                  <a:srgbClr val="FFFFFF"/>
                </a:solidFill>
                <a:latin typeface="Century Gothic"/>
              </a:rPr>
              <a:t>​</a:t>
            </a:r>
            <a:endParaRPr lang="en-US"/>
          </a:p>
          <a:p>
            <a:pPr algn="ctr"/>
            <a:endParaRPr lang="en-US"/>
          </a:p>
        </p:txBody>
      </p:sp>
    </p:spTree>
    <p:extLst>
      <p:ext uri="{BB962C8B-B14F-4D97-AF65-F5344CB8AC3E}">
        <p14:creationId xmlns:p14="http://schemas.microsoft.com/office/powerpoint/2010/main" val="2917165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D05F-2415-355B-B65C-FED3240ECF92}"/>
              </a:ext>
            </a:extLst>
          </p:cNvPr>
          <p:cNvSpPr>
            <a:spLocks noGrp="1"/>
          </p:cNvSpPr>
          <p:nvPr>
            <p:ph type="title"/>
          </p:nvPr>
        </p:nvSpPr>
        <p:spPr>
          <a:xfrm>
            <a:off x="786042" y="95990"/>
            <a:ext cx="9509818" cy="420377"/>
          </a:xfrm>
        </p:spPr>
        <p:txBody>
          <a:bodyPr/>
          <a:lstStyle/>
          <a:p>
            <a:pPr>
              <a:spcBef>
                <a:spcPts val="1000"/>
              </a:spcBef>
            </a:pPr>
            <a:r>
              <a:rPr lang="en-GB" sz="2400" b="1"/>
              <a:t> Conclusions</a:t>
            </a:r>
            <a:endParaRPr lang="en-US" sz="2400" b="1"/>
          </a:p>
        </p:txBody>
      </p:sp>
      <p:sp>
        <p:nvSpPr>
          <p:cNvPr id="3" name="Content Placeholder 2">
            <a:extLst>
              <a:ext uri="{FF2B5EF4-FFF2-40B4-BE49-F238E27FC236}">
                <a16:creationId xmlns:a16="http://schemas.microsoft.com/office/drawing/2014/main" id="{B0EBB662-7F37-D63A-FFD4-B35966921DFF}"/>
              </a:ext>
            </a:extLst>
          </p:cNvPr>
          <p:cNvSpPr>
            <a:spLocks noGrp="1"/>
          </p:cNvSpPr>
          <p:nvPr>
            <p:ph idx="1"/>
          </p:nvPr>
        </p:nvSpPr>
        <p:spPr>
          <a:xfrm>
            <a:off x="299076" y="1525431"/>
            <a:ext cx="11235943" cy="5421795"/>
          </a:xfrm>
        </p:spPr>
        <p:txBody>
          <a:bodyPr vert="horz" lIns="91440" tIns="45720" rIns="91440" bIns="45720" rtlCol="0" anchor="t">
            <a:normAutofit fontScale="92500" lnSpcReduction="10000"/>
          </a:bodyPr>
          <a:lstStyle/>
          <a:p>
            <a:r>
              <a:rPr lang="en-GB" sz="1600"/>
              <a:t> </a:t>
            </a:r>
            <a:r>
              <a:rPr lang="en-GB" sz="1600" b="1">
                <a:ea typeface="+mj-lt"/>
                <a:cs typeface="+mj-lt"/>
              </a:rPr>
              <a:t>Overall difference:</a:t>
            </a:r>
            <a:r>
              <a:rPr lang="en-GB" sz="1600">
                <a:ea typeface="+mj-lt"/>
                <a:cs typeface="+mj-lt"/>
              </a:rPr>
              <a:t> Both ANOVA (F = 140.9, p &lt; 0.001) and Kruskal–Wallis (χ² = 143.2, p &lt; 0.001) show that LEGO set complexity (unique pieces) differs significantly across age categories.</a:t>
            </a:r>
            <a:endParaRPr lang="en-US" sz="1600"/>
          </a:p>
          <a:p>
            <a:pPr>
              <a:buClr>
                <a:srgbClr val="8AD0D6"/>
              </a:buClr>
            </a:pPr>
            <a:endParaRPr lang="en-GB" sz="1600">
              <a:ea typeface="+mj-lt"/>
              <a:cs typeface="+mj-lt"/>
            </a:endParaRPr>
          </a:p>
          <a:p>
            <a:pPr>
              <a:buClr>
                <a:srgbClr val="8AD0D6"/>
              </a:buClr>
            </a:pPr>
            <a:r>
              <a:rPr lang="en-GB" sz="1600" b="1">
                <a:ea typeface="+mj-lt"/>
                <a:cs typeface="+mj-lt"/>
              </a:rPr>
              <a:t>Pairwise comparisons:</a:t>
            </a:r>
            <a:r>
              <a:rPr lang="en-GB" sz="1600">
                <a:ea typeface="+mj-lt"/>
                <a:cs typeface="+mj-lt"/>
              </a:rPr>
              <a:t> Wilcoxon tests (Bonferroni‑adjusted) confirm that </a:t>
            </a:r>
            <a:r>
              <a:rPr lang="en-GB" sz="1600" b="1">
                <a:ea typeface="+mj-lt"/>
                <a:cs typeface="+mj-lt"/>
              </a:rPr>
              <a:t>Infant, Child, and Teen/Adult sets all differ significantly</a:t>
            </a:r>
            <a:r>
              <a:rPr lang="en-GB" sz="1600">
                <a:ea typeface="+mj-lt"/>
                <a:cs typeface="+mj-lt"/>
              </a:rPr>
              <a:t> from one another. Infant sets are the simplest, Child sets moderately complex, and Teen/Adult sets the most complex.</a:t>
            </a:r>
            <a:endParaRPr lang="en-GB" sz="1600"/>
          </a:p>
          <a:p>
            <a:pPr>
              <a:buClr>
                <a:srgbClr val="8AD0D6"/>
              </a:buClr>
            </a:pPr>
            <a:endParaRPr lang="en-GB" sz="1600">
              <a:ea typeface="+mj-lt"/>
              <a:cs typeface="+mj-lt"/>
            </a:endParaRPr>
          </a:p>
          <a:p>
            <a:pPr>
              <a:buClr>
                <a:srgbClr val="8AD0D6"/>
              </a:buClr>
            </a:pPr>
            <a:r>
              <a:rPr lang="en-GB" sz="1600" b="1">
                <a:ea typeface="+mj-lt"/>
                <a:cs typeface="+mj-lt"/>
              </a:rPr>
              <a:t>Trend across ages:</a:t>
            </a:r>
            <a:r>
              <a:rPr lang="en-GB" sz="1600">
                <a:ea typeface="+mj-lt"/>
                <a:cs typeface="+mj-lt"/>
              </a:rPr>
              <a:t> Linear regression indicates that complexity increases by ~20 unique pieces per year of recommended age (R² ≈ 0.26), though variability grows with age and some advanced sets are extreme outliers.</a:t>
            </a:r>
            <a:endParaRPr lang="en-GB" sz="1600"/>
          </a:p>
          <a:p>
            <a:pPr>
              <a:buClr>
                <a:srgbClr val="8AD0D6"/>
              </a:buClr>
            </a:pPr>
            <a:endParaRPr lang="en-GB" sz="1600">
              <a:ea typeface="+mj-lt"/>
              <a:cs typeface="+mj-lt"/>
            </a:endParaRPr>
          </a:p>
          <a:p>
            <a:pPr>
              <a:buClr>
                <a:srgbClr val="8AD0D6"/>
              </a:buClr>
            </a:pPr>
            <a:r>
              <a:rPr lang="en-GB" sz="1600" b="1">
                <a:ea typeface="+mj-lt"/>
                <a:cs typeface="+mj-lt"/>
              </a:rPr>
              <a:t>Robustness:</a:t>
            </a:r>
            <a:r>
              <a:rPr lang="en-GB" sz="1600">
                <a:ea typeface="+mj-lt"/>
                <a:cs typeface="+mj-lt"/>
              </a:rPr>
              <a:t> Results are consistent across parametric and non‑parametric methods, strengthening confidence in the conclusion.</a:t>
            </a:r>
            <a:endParaRPr lang="en-GB" sz="1600"/>
          </a:p>
          <a:p>
            <a:pPr>
              <a:buClr>
                <a:srgbClr val="8AD0D6"/>
              </a:buClr>
            </a:pPr>
            <a:endParaRPr lang="en-GB" sz="1600">
              <a:ea typeface="+mj-lt"/>
              <a:cs typeface="+mj-lt"/>
            </a:endParaRPr>
          </a:p>
          <a:p>
            <a:pPr>
              <a:buClr>
                <a:srgbClr val="8AD0D6"/>
              </a:buClr>
            </a:pPr>
            <a:r>
              <a:rPr lang="en-GB" sz="1600" b="1">
                <a:ea typeface="+mj-lt"/>
                <a:cs typeface="+mj-lt"/>
              </a:rPr>
              <a:t>Takeaway:</a:t>
            </a:r>
            <a:r>
              <a:rPr lang="en-GB" sz="1600">
                <a:ea typeface="+mj-lt"/>
                <a:cs typeface="+mj-lt"/>
              </a:rPr>
              <a:t> LEGO deliberately scales set complexity with age — simple designs for toddlers, more variety for children, and highly complex builds for teens/adults and collectors.</a:t>
            </a:r>
            <a:endParaRPr lang="en-GB" sz="1600"/>
          </a:p>
          <a:p>
            <a:pPr>
              <a:buClr>
                <a:srgbClr val="8AD0D6"/>
              </a:buClr>
            </a:pPr>
            <a:endParaRPr lang="en-GB" sz="1600"/>
          </a:p>
          <a:p>
            <a:pPr>
              <a:buClr>
                <a:srgbClr val="8AD0D6"/>
              </a:buClr>
            </a:pPr>
            <a:r>
              <a:rPr lang="en-GB" sz="1600"/>
              <a:t>We can conclude that H0 is rejected in favour of H1. There is sufficient evidence that the number of unique pieces differs with age.</a:t>
            </a:r>
          </a:p>
          <a:p>
            <a:pPr>
              <a:buClr>
                <a:srgbClr val="8AD0D6"/>
              </a:buClr>
            </a:pPr>
            <a:endParaRPr lang="en-GB" sz="1600"/>
          </a:p>
        </p:txBody>
      </p:sp>
      <p:pic>
        <p:nvPicPr>
          <p:cNvPr id="5" name="Picture 4" descr="A red and white logo&#10;&#10;AI-generated content may be incorrect.">
            <a:extLst>
              <a:ext uri="{FF2B5EF4-FFF2-40B4-BE49-F238E27FC236}">
                <a16:creationId xmlns:a16="http://schemas.microsoft.com/office/drawing/2014/main" id="{BC89636A-0E61-53F7-4EC3-E3E160C6BDB8}"/>
              </a:ext>
            </a:extLst>
          </p:cNvPr>
          <p:cNvPicPr>
            <a:picLocks noChangeAspect="1"/>
          </p:cNvPicPr>
          <p:nvPr/>
        </p:nvPicPr>
        <p:blipFill>
          <a:blip r:embed="rId2"/>
          <a:stretch>
            <a:fillRect/>
          </a:stretch>
        </p:blipFill>
        <p:spPr>
          <a:xfrm>
            <a:off x="10295860" y="177209"/>
            <a:ext cx="974652" cy="549349"/>
          </a:xfrm>
          <a:prstGeom prst="rect">
            <a:avLst/>
          </a:prstGeom>
        </p:spPr>
      </p:pic>
      <p:sp>
        <p:nvSpPr>
          <p:cNvPr id="8" name="TextBox 7">
            <a:extLst>
              <a:ext uri="{FF2B5EF4-FFF2-40B4-BE49-F238E27FC236}">
                <a16:creationId xmlns:a16="http://schemas.microsoft.com/office/drawing/2014/main" id="{44E9673E-2794-D14C-1002-5BD9AED39AD0}"/>
              </a:ext>
            </a:extLst>
          </p:cNvPr>
          <p:cNvSpPr txBox="1"/>
          <p:nvPr/>
        </p:nvSpPr>
        <p:spPr>
          <a:xfrm>
            <a:off x="5181600" y="2504016"/>
            <a:ext cx="1828800" cy="1828800"/>
          </a:xfrm>
          <a:prstGeom prst="rect">
            <a:avLst/>
          </a:prstGeom>
          <a:noFill/>
        </p:spPr>
        <p:txBody>
          <a:bodyPr wrap="square" rtlCol="0">
            <a:spAutoFit/>
          </a:bodyPr>
          <a:lstStyle/>
          <a:p>
            <a:pPr algn="l"/>
            <a:endParaRPr lang="en-US"/>
          </a:p>
        </p:txBody>
      </p:sp>
      <p:sp>
        <p:nvSpPr>
          <p:cNvPr id="10" name="TextBox 9">
            <a:extLst>
              <a:ext uri="{FF2B5EF4-FFF2-40B4-BE49-F238E27FC236}">
                <a16:creationId xmlns:a16="http://schemas.microsoft.com/office/drawing/2014/main" id="{80D1E21B-7107-ED61-FEEC-4A267C52B9EF}"/>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1" name="TextBox 10">
            <a:extLst>
              <a:ext uri="{FF2B5EF4-FFF2-40B4-BE49-F238E27FC236}">
                <a16:creationId xmlns:a16="http://schemas.microsoft.com/office/drawing/2014/main" id="{0352FD73-896F-9304-0A9F-E790A65E7EA9}"/>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12" name="TextBox 11">
            <a:extLst>
              <a:ext uri="{FF2B5EF4-FFF2-40B4-BE49-F238E27FC236}">
                <a16:creationId xmlns:a16="http://schemas.microsoft.com/office/drawing/2014/main" id="{1732FFE2-C05C-111F-1898-0222F3D35ED3}"/>
              </a:ext>
            </a:extLst>
          </p:cNvPr>
          <p:cNvSpPr txBox="1"/>
          <p:nvPr/>
        </p:nvSpPr>
        <p:spPr>
          <a:xfrm>
            <a:off x="5182896" y="2552181"/>
            <a:ext cx="1828800" cy="1828800"/>
          </a:xfrm>
          <a:prstGeom prst="rect">
            <a:avLst/>
          </a:prstGeom>
          <a:noFill/>
        </p:spPr>
        <p:txBody>
          <a:bodyPr wrap="square" rtlCol="0">
            <a:spAutoFit/>
          </a:bodyPr>
          <a:lstStyle/>
          <a:p>
            <a:pPr algn="l"/>
            <a:endParaRPr lang="en-US"/>
          </a:p>
        </p:txBody>
      </p:sp>
      <p:sp>
        <p:nvSpPr>
          <p:cNvPr id="4" name="TextBox 3">
            <a:extLst>
              <a:ext uri="{FF2B5EF4-FFF2-40B4-BE49-F238E27FC236}">
                <a16:creationId xmlns:a16="http://schemas.microsoft.com/office/drawing/2014/main" id="{C3404982-A729-1E84-AF3F-3E8ED7BC65DD}"/>
              </a:ext>
            </a:extLst>
          </p:cNvPr>
          <p:cNvSpPr txBox="1"/>
          <p:nvPr/>
        </p:nvSpPr>
        <p:spPr>
          <a:xfrm>
            <a:off x="533400" y="621323"/>
            <a:ext cx="929640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2">
                    <a:lumMod val="40000"/>
                    <a:lumOff val="60000"/>
                  </a:schemeClr>
                </a:solidFill>
              </a:rPr>
              <a:t>Question Q3: Are there significant differences in the number of unique pieces between sets that are aimed at younger or older age groups?</a:t>
            </a:r>
            <a:endParaRPr lang="en-US" sz="2000">
              <a:solidFill>
                <a:schemeClr val="bg2">
                  <a:lumMod val="40000"/>
                  <a:lumOff val="60000"/>
                </a:schemeClr>
              </a:solidFill>
            </a:endParaRPr>
          </a:p>
          <a:p>
            <a:endParaRPr lang="en-US" sz="2000">
              <a:solidFill>
                <a:schemeClr val="bg2">
                  <a:lumMod val="40000"/>
                  <a:lumOff val="60000"/>
                </a:schemeClr>
              </a:solidFill>
            </a:endParaRPr>
          </a:p>
          <a:p>
            <a:pPr algn="l"/>
            <a:endParaRPr lang="en-US"/>
          </a:p>
        </p:txBody>
      </p:sp>
    </p:spTree>
    <p:extLst>
      <p:ext uri="{BB962C8B-B14F-4D97-AF65-F5344CB8AC3E}">
        <p14:creationId xmlns:p14="http://schemas.microsoft.com/office/powerpoint/2010/main" val="2520395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algn="ctr"/>
            <a:endParaRPr lang="en-US"/>
          </a:p>
        </p:txBody>
      </p:sp>
      <p:sp>
        <p:nvSpPr>
          <p:cNvPr id="12" name="Freeform: Shape 11">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288809C-A76B-4739-D2B1-BD79A8A11531}"/>
              </a:ext>
            </a:extLst>
          </p:cNvPr>
          <p:cNvSpPr>
            <a:spLocks noGrp="1"/>
          </p:cNvSpPr>
          <p:nvPr>
            <p:ph type="title"/>
          </p:nvPr>
        </p:nvSpPr>
        <p:spPr>
          <a:xfrm>
            <a:off x="653143" y="1645920"/>
            <a:ext cx="3522879" cy="4470821"/>
          </a:xfrm>
        </p:spPr>
        <p:txBody>
          <a:bodyPr>
            <a:normAutofit/>
          </a:bodyPr>
          <a:lstStyle/>
          <a:p>
            <a:pPr algn="r"/>
            <a:r>
              <a:rPr lang="en-US" sz="4000">
                <a:solidFill>
                  <a:srgbClr val="FFFFFF"/>
                </a:solidFill>
              </a:rPr>
              <a:t>Final Conclusions &amp; Further Work</a:t>
            </a:r>
          </a:p>
          <a:p>
            <a:pPr algn="r"/>
            <a:endParaRPr lang="en-US" sz="3600">
              <a:solidFill>
                <a:srgbClr val="FFFFFF"/>
              </a:solidFill>
            </a:endParaRPr>
          </a:p>
        </p:txBody>
      </p:sp>
      <p:sp>
        <p:nvSpPr>
          <p:cNvPr id="3" name="Content Placeholder 2">
            <a:extLst>
              <a:ext uri="{FF2B5EF4-FFF2-40B4-BE49-F238E27FC236}">
                <a16:creationId xmlns:a16="http://schemas.microsoft.com/office/drawing/2014/main" id="{A5ED4091-6BA5-30FA-C350-2B1ED8857C01}"/>
              </a:ext>
            </a:extLst>
          </p:cNvPr>
          <p:cNvSpPr>
            <a:spLocks noGrp="1"/>
          </p:cNvSpPr>
          <p:nvPr>
            <p:ph idx="1"/>
          </p:nvPr>
        </p:nvSpPr>
        <p:spPr>
          <a:xfrm>
            <a:off x="5204109" y="1645920"/>
            <a:ext cx="5919503" cy="4470821"/>
          </a:xfrm>
        </p:spPr>
        <p:txBody>
          <a:bodyPr vert="horz" lIns="91440" tIns="45720" rIns="91440" bIns="45720" rtlCol="0" anchor="t">
            <a:normAutofit/>
          </a:bodyPr>
          <a:lstStyle/>
          <a:p>
            <a:pPr marL="0" indent="0">
              <a:lnSpc>
                <a:spcPct val="90000"/>
              </a:lnSpc>
              <a:buNone/>
            </a:pPr>
            <a:r>
              <a:rPr lang="en-US" sz="1400" b="1" i="1"/>
              <a:t>CONCLUSION</a:t>
            </a:r>
            <a:endParaRPr lang="en-US" sz="1400"/>
          </a:p>
          <a:p>
            <a:pPr>
              <a:lnSpc>
                <a:spcPct val="90000"/>
              </a:lnSpc>
              <a:buClr>
                <a:srgbClr val="8AD0D6"/>
              </a:buClr>
            </a:pPr>
            <a:r>
              <a:rPr lang="en-US" sz="1400"/>
              <a:t>The more complex themes and sets for older builders generally have more unique pieces and higher prices, while younger‑age themes have fewer pieces and lower prices. Across this structure, licensed/collector themes tend to sit at the higher end of both piece count and price, and there is a statistically significant difference between Amazon and retail prices for the same sets, showing that sales channel adds its own price effect on top of theme and age.</a:t>
            </a:r>
          </a:p>
          <a:p>
            <a:pPr>
              <a:lnSpc>
                <a:spcPct val="90000"/>
              </a:lnSpc>
              <a:buClr>
                <a:srgbClr val="8AD0D6"/>
              </a:buClr>
            </a:pPr>
            <a:endParaRPr lang="en-US" sz="1400"/>
          </a:p>
          <a:p>
            <a:pPr marL="0" indent="0">
              <a:lnSpc>
                <a:spcPct val="90000"/>
              </a:lnSpc>
              <a:buClr>
                <a:srgbClr val="8AD0D6"/>
              </a:buClr>
              <a:buNone/>
            </a:pPr>
            <a:r>
              <a:rPr lang="en-US" sz="1400" b="1" i="1"/>
              <a:t>FUTURE PROSPECTS</a:t>
            </a:r>
            <a:endParaRPr lang="en-US" sz="1400"/>
          </a:p>
          <a:p>
            <a:pPr>
              <a:lnSpc>
                <a:spcPct val="90000"/>
              </a:lnSpc>
              <a:buClr>
                <a:srgbClr val="8AD0D6"/>
              </a:buClr>
            </a:pPr>
            <a:r>
              <a:rPr lang="en-US" sz="1400"/>
              <a:t>For future work, a more comprehensive analysis involving additional attributes could be conducted to gain further insight into how the Lego sets are designed. Having data on past Lego sets would enable a comparison analysis between the old and current Lego sets, allowing us to investigate how Lego sets have evolved over time. </a:t>
            </a:r>
            <a:r>
              <a:rPr lang="en-GB" sz="1400"/>
              <a:t>We could also employ data mining and machine learning techniques like random forests and cluster analysis to further the work.</a:t>
            </a:r>
            <a:endParaRPr lang="en-US" sz="1400"/>
          </a:p>
        </p:txBody>
      </p:sp>
      <p:pic>
        <p:nvPicPr>
          <p:cNvPr id="5" name="Picture 4" descr="A red and white logo&#10;&#10;AI-generated content may be incorrect.">
            <a:extLst>
              <a:ext uri="{FF2B5EF4-FFF2-40B4-BE49-F238E27FC236}">
                <a16:creationId xmlns:a16="http://schemas.microsoft.com/office/drawing/2014/main" id="{B466528A-54E0-82A2-860D-CCF999F04841}"/>
              </a:ext>
            </a:extLst>
          </p:cNvPr>
          <p:cNvPicPr>
            <a:picLocks noChangeAspect="1"/>
          </p:cNvPicPr>
          <p:nvPr/>
        </p:nvPicPr>
        <p:blipFill>
          <a:blip r:embed="rId2"/>
          <a:stretch>
            <a:fillRect/>
          </a:stretch>
        </p:blipFill>
        <p:spPr>
          <a:xfrm>
            <a:off x="10295860" y="177209"/>
            <a:ext cx="974652" cy="549349"/>
          </a:xfrm>
          <a:prstGeom prst="rect">
            <a:avLst/>
          </a:prstGeom>
        </p:spPr>
      </p:pic>
    </p:spTree>
    <p:extLst>
      <p:ext uri="{BB962C8B-B14F-4D97-AF65-F5344CB8AC3E}">
        <p14:creationId xmlns:p14="http://schemas.microsoft.com/office/powerpoint/2010/main" val="758385078"/>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B994D-1CC9-6D17-8933-775BDDB38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59BE52-E505-E1F9-2D29-A216A5D17362}"/>
              </a:ext>
            </a:extLst>
          </p:cNvPr>
          <p:cNvSpPr>
            <a:spLocks noGrp="1"/>
          </p:cNvSpPr>
          <p:nvPr>
            <p:ph type="title"/>
          </p:nvPr>
        </p:nvSpPr>
        <p:spPr>
          <a:xfrm>
            <a:off x="597265" y="306180"/>
            <a:ext cx="9453569" cy="521484"/>
          </a:xfrm>
        </p:spPr>
        <p:txBody>
          <a:bodyPr/>
          <a:lstStyle/>
          <a:p>
            <a:pPr>
              <a:spcBef>
                <a:spcPts val="1000"/>
              </a:spcBef>
            </a:pPr>
            <a:r>
              <a:rPr lang="en-US" sz="2400" b="1">
                <a:solidFill>
                  <a:srgbClr val="FFFFFF"/>
                </a:solidFill>
              </a:rPr>
              <a:t>References</a:t>
            </a:r>
          </a:p>
        </p:txBody>
      </p:sp>
      <p:sp>
        <p:nvSpPr>
          <p:cNvPr id="3" name="Content Placeholder 2">
            <a:extLst>
              <a:ext uri="{FF2B5EF4-FFF2-40B4-BE49-F238E27FC236}">
                <a16:creationId xmlns:a16="http://schemas.microsoft.com/office/drawing/2014/main" id="{0CD56E63-2CAB-19D2-3BD8-9609795210C2}"/>
              </a:ext>
            </a:extLst>
          </p:cNvPr>
          <p:cNvSpPr>
            <a:spLocks noGrp="1"/>
          </p:cNvSpPr>
          <p:nvPr>
            <p:ph idx="1"/>
          </p:nvPr>
        </p:nvSpPr>
        <p:spPr>
          <a:xfrm>
            <a:off x="595312" y="831950"/>
            <a:ext cx="10187233" cy="5416449"/>
          </a:xfrm>
        </p:spPr>
        <p:txBody>
          <a:bodyPr vert="horz" lIns="91440" tIns="45720" rIns="91440" bIns="45720" rtlCol="0" anchor="t">
            <a:normAutofit/>
          </a:bodyPr>
          <a:lstStyle/>
          <a:p>
            <a:r>
              <a:rPr lang="da" sz="2000"/>
              <a:t>[1]</a:t>
            </a:r>
            <a:r>
              <a:rPr lang="da"/>
              <a:t> </a:t>
            </a:r>
            <a:r>
              <a:rPr lang="da">
                <a:ea typeface="+mj-lt"/>
                <a:cs typeface="+mj-lt"/>
              </a:rPr>
              <a:t>Lego </a:t>
            </a:r>
            <a:r>
              <a:rPr lang="da" err="1">
                <a:ea typeface="+mj-lt"/>
                <a:cs typeface="+mj-lt"/>
              </a:rPr>
              <a:t>DataSet</a:t>
            </a:r>
            <a:r>
              <a:rPr lang="da">
                <a:ea typeface="+mj-lt"/>
                <a:cs typeface="+mj-lt"/>
              </a:rPr>
              <a:t> </a:t>
            </a:r>
            <a:r>
              <a:rPr lang="da" err="1">
                <a:ea typeface="+mj-lt"/>
                <a:cs typeface="+mj-lt"/>
              </a:rPr>
              <a:t>was</a:t>
            </a:r>
            <a:r>
              <a:rPr lang="da">
                <a:ea typeface="+mj-lt"/>
                <a:cs typeface="+mj-lt"/>
              </a:rPr>
              <a:t> </a:t>
            </a:r>
            <a:r>
              <a:rPr lang="da" err="1">
                <a:ea typeface="+mj-lt"/>
                <a:cs typeface="+mj-lt"/>
              </a:rPr>
              <a:t>collected</a:t>
            </a:r>
            <a:r>
              <a:rPr lang="da">
                <a:ea typeface="+mj-lt"/>
                <a:cs typeface="+mj-lt"/>
              </a:rPr>
              <a:t> from </a:t>
            </a:r>
            <a:r>
              <a:rPr lang="da">
                <a:solidFill>
                  <a:schemeClr val="bg2">
                    <a:lumMod val="60000"/>
                    <a:lumOff val="40000"/>
                  </a:schemeClr>
                </a:solidFill>
                <a:ea typeface="+mj-lt"/>
                <a:cs typeface="+mj-lt"/>
                <a:hlinkClick r:id="rId2">
                  <a:extLst>
                    <a:ext uri="{A12FA001-AC4F-418D-AE19-62706E023703}">
                      <ahyp:hlinkClr xmlns:ahyp="http://schemas.microsoft.com/office/drawing/2018/hyperlinkcolor" val="tx"/>
                    </a:ext>
                  </a:extLst>
                </a:hlinkClick>
              </a:rPr>
              <a:t>Brickset.com</a:t>
            </a:r>
            <a:r>
              <a:rPr lang="da">
                <a:ea typeface="+mj-lt"/>
                <a:cs typeface="+mj-lt"/>
              </a:rPr>
              <a:t> and </a:t>
            </a:r>
            <a:r>
              <a:rPr lang="da">
                <a:solidFill>
                  <a:schemeClr val="bg2">
                    <a:lumMod val="60000"/>
                    <a:lumOff val="40000"/>
                  </a:schemeClr>
                </a:solidFill>
                <a:ea typeface="+mj-lt"/>
                <a:cs typeface="+mj-lt"/>
                <a:hlinkClick r:id="rId3">
                  <a:extLst>
                    <a:ext uri="{A12FA001-AC4F-418D-AE19-62706E023703}">
                      <ahyp:hlinkClr xmlns:ahyp="http://schemas.microsoft.com/office/drawing/2018/hyperlinkcolor" val="tx"/>
                    </a:ext>
                  </a:extLst>
                </a:hlinkClick>
              </a:rPr>
              <a:t>BrickInstructions.com</a:t>
            </a:r>
            <a:r>
              <a:rPr lang="da">
                <a:ea typeface="+mj-lt"/>
                <a:cs typeface="+mj-lt"/>
              </a:rPr>
              <a:t>.</a:t>
            </a:r>
            <a:endParaRPr lang="en-GB"/>
          </a:p>
          <a:p>
            <a:pPr>
              <a:buClr>
                <a:srgbClr val="8AD0D6"/>
              </a:buClr>
            </a:pPr>
            <a:r>
              <a:rPr lang="en-GB"/>
              <a:t> [2</a:t>
            </a:r>
            <a:r>
              <a:rPr lang="en-US"/>
              <a:t>] Lego Licensing, </a:t>
            </a:r>
            <a:r>
              <a:rPr lang="en-US" err="1"/>
              <a:t>Brickipedia</a:t>
            </a:r>
            <a:r>
              <a:rPr lang="en-US"/>
              <a:t> </a:t>
            </a:r>
            <a:r>
              <a:rPr lang="en-US">
                <a:ea typeface="+mj-lt"/>
                <a:cs typeface="+mj-lt"/>
                <a:hlinkClick r:id="rId4">
                  <a:extLst>
                    <a:ext uri="{A12FA001-AC4F-418D-AE19-62706E023703}">
                      <ahyp:hlinkClr xmlns:ahyp="http://schemas.microsoft.com/office/drawing/2018/hyperlinkcolor" val="tx"/>
                    </a:ext>
                  </a:extLst>
                </a:hlinkClick>
              </a:rPr>
              <a:t>https://brickipedia.fandom.com/wiki/LEGO_licensing</a:t>
            </a:r>
            <a:endParaRPr lang="en-GB">
              <a:ea typeface="+mj-lt"/>
              <a:cs typeface="+mj-lt"/>
            </a:endParaRPr>
          </a:p>
          <a:p>
            <a:r>
              <a:rPr lang="en-GB">
                <a:ea typeface="+mj-lt"/>
                <a:cs typeface="+mj-lt"/>
              </a:rPr>
              <a:t>[3] Lego Unique Pieces Nov. </a:t>
            </a:r>
            <a:r>
              <a:rPr lang="en-GB">
                <a:ea typeface="+mj-lt"/>
                <a:cs typeface="+mj-lt"/>
                <a:hlinkClick r:id="rId5"/>
              </a:rPr>
              <a:t>https://www.newelementary.com/2025/11/what-are-new-lego-parts-in-late.html</a:t>
            </a:r>
            <a:r>
              <a:rPr lang="en-GB">
                <a:ea typeface="+mj-lt"/>
                <a:cs typeface="+mj-lt"/>
              </a:rPr>
              <a:t> </a:t>
            </a:r>
          </a:p>
          <a:p>
            <a:r>
              <a:rPr lang="en-GB">
                <a:ea typeface="+mj-lt"/>
                <a:cs typeface="+mj-lt"/>
              </a:rPr>
              <a:t>[4] Lego Shop by Age </a:t>
            </a:r>
            <a:r>
              <a:rPr lang="en-GB">
                <a:ea typeface="+mj-lt"/>
                <a:cs typeface="+mj-lt"/>
                <a:hlinkClick r:id="rId6"/>
              </a:rPr>
              <a:t>https://www.lego.com/en-us/categories/age</a:t>
            </a:r>
            <a:endParaRPr lang="en-GB">
              <a:ea typeface="+mj-lt"/>
              <a:cs typeface="+mj-lt"/>
            </a:endParaRPr>
          </a:p>
          <a:p>
            <a:r>
              <a:rPr lang="en-GB">
                <a:ea typeface="+mj-lt"/>
                <a:cs typeface="+mj-lt"/>
              </a:rPr>
              <a:t>[5] Most Popular sets 2020 </a:t>
            </a:r>
            <a:r>
              <a:rPr lang="en-GB">
                <a:ea typeface="+mj-lt"/>
                <a:cs typeface="+mj-lt"/>
                <a:hlinkClick r:id="rId7"/>
              </a:rPr>
              <a:t>https://brickranker.com/investing/the-best-performing-lego-sets-of-2020</a:t>
            </a:r>
            <a:endParaRPr lang="en-GB">
              <a:ea typeface="+mj-lt"/>
              <a:cs typeface="+mj-lt"/>
            </a:endParaRPr>
          </a:p>
          <a:p>
            <a:endParaRPr lang="en-GB"/>
          </a:p>
        </p:txBody>
      </p:sp>
      <p:pic>
        <p:nvPicPr>
          <p:cNvPr id="5" name="Picture 4" descr="A red and white logo&#10;&#10;AI-generated content may be incorrect.">
            <a:extLst>
              <a:ext uri="{FF2B5EF4-FFF2-40B4-BE49-F238E27FC236}">
                <a16:creationId xmlns:a16="http://schemas.microsoft.com/office/drawing/2014/main" id="{50ECAF37-ACD0-ABD4-28C7-BEBC14B4B162}"/>
              </a:ext>
            </a:extLst>
          </p:cNvPr>
          <p:cNvPicPr>
            <a:picLocks noChangeAspect="1"/>
          </p:cNvPicPr>
          <p:nvPr/>
        </p:nvPicPr>
        <p:blipFill>
          <a:blip r:embed="rId8"/>
          <a:stretch>
            <a:fillRect/>
          </a:stretch>
        </p:blipFill>
        <p:spPr>
          <a:xfrm>
            <a:off x="10295860" y="177209"/>
            <a:ext cx="974652" cy="549349"/>
          </a:xfrm>
          <a:prstGeom prst="rect">
            <a:avLst/>
          </a:prstGeom>
        </p:spPr>
      </p:pic>
    </p:spTree>
    <p:extLst>
      <p:ext uri="{BB962C8B-B14F-4D97-AF65-F5344CB8AC3E}">
        <p14:creationId xmlns:p14="http://schemas.microsoft.com/office/powerpoint/2010/main" val="16924063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Celestial</Template>
  <TotalTime>0</TotalTime>
  <Words>5471</Words>
  <Application>Microsoft Macintosh PowerPoint</Application>
  <PresentationFormat>Widescreen</PresentationFormat>
  <Paragraphs>339</Paragraphs>
  <Slides>32</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Aptos</vt:lpstr>
      <vt:lpstr>Arial</vt:lpstr>
      <vt:lpstr>Arial,Sans-Serif</vt:lpstr>
      <vt:lpstr>Calibri</vt:lpstr>
      <vt:lpstr>Calibri Light</vt:lpstr>
      <vt:lpstr>Century Gothic</vt:lpstr>
      <vt:lpstr>Wingdings</vt:lpstr>
      <vt:lpstr>Wingdings 3</vt:lpstr>
      <vt:lpstr>Wingdings 3,Sans-Serif</vt:lpstr>
      <vt:lpstr>Ion</vt:lpstr>
      <vt:lpstr>Lego Dataset Analysis</vt:lpstr>
      <vt:lpstr>Data Set Overview </vt:lpstr>
      <vt:lpstr>PowerPoint Presentation</vt:lpstr>
      <vt:lpstr>Q1) Is there a relationship between theme and the number of unique pieces?  Do Licensed sets feature more unique pieces? </vt:lpstr>
      <vt:lpstr>Dataset Cleaning &amp; Categorisation</vt:lpstr>
      <vt:lpstr>PowerPoint Presentation</vt:lpstr>
      <vt:lpstr>Comparing Unique Pieces – Licensed vs. Non-Licensed sets</vt:lpstr>
      <vt:lpstr>Hypothesis Testing – Assumptions </vt:lpstr>
      <vt:lpstr>Hypothesis Testing - Results</vt:lpstr>
      <vt:lpstr>Theme Analysis – Licensed vs. Non-Licensed sets</vt:lpstr>
      <vt:lpstr>Q1: Conclusion</vt:lpstr>
      <vt:lpstr> Q2: Is there a relationship between theme and price? Does this relationship change when looking at Retail Price VS Amazon Price?</vt:lpstr>
      <vt:lpstr>Exploratory Data Analysis Continued</vt:lpstr>
      <vt:lpstr>Dataset Cleaning and Categorisation</vt:lpstr>
      <vt:lpstr>Results of Investigation Hypothesis testing : T-Test</vt:lpstr>
      <vt:lpstr>PowerPoint Presentation</vt:lpstr>
      <vt:lpstr>Results of Investigation Continued  Hypothesis testing : Paired T-Test</vt:lpstr>
      <vt:lpstr>Q2: Conclusion</vt:lpstr>
      <vt:lpstr>Q3) Are there significant differences in the number of unique pieces between sets that are aimed at younger or older age groups?</vt:lpstr>
      <vt:lpstr>Why does recommended age matter?</vt:lpstr>
      <vt:lpstr>Visualisation of variable comparisons</vt:lpstr>
      <vt:lpstr>Changing the age variable into categories</vt:lpstr>
      <vt:lpstr>Hypothesis testing with ANOVA</vt:lpstr>
      <vt:lpstr>Hypothesis testing and ANOVA Continued </vt:lpstr>
      <vt:lpstr>Hypothesis testing: Non-parametric test.  </vt:lpstr>
      <vt:lpstr> Hypothesis testing: Which groups differ?</vt:lpstr>
      <vt:lpstr>Final stage of analysis: Fitting a Linear Model</vt:lpstr>
      <vt:lpstr>Final stage of analysis: Linear Model interpretations </vt:lpstr>
      <vt:lpstr>Linear Regression – Testing two-main Assumptions</vt:lpstr>
      <vt:lpstr> Conclusions</vt:lpstr>
      <vt:lpstr>Final Conclusions &amp; Further Work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Lego Dataset Analysis</dc:title>
  <dc:creator>Utkarsh Awasthi</dc:creator>
  <cp:lastModifiedBy>Utkarsh Awasthi</cp:lastModifiedBy>
  <cp:revision>2</cp:revision>
  <dcterms:created xsi:type="dcterms:W3CDTF">2025-11-11T14:30:52Z</dcterms:created>
  <dcterms:modified xsi:type="dcterms:W3CDTF">2026-04-27T19:59:25Z</dcterms:modified>
</cp:coreProperties>
</file>